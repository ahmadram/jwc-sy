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8" r:id="rId2"/>
    <p:sldId id="260" r:id="rId3"/>
    <p:sldId id="262" r:id="rId4"/>
    <p:sldId id="264" r:id="rId5"/>
    <p:sldId id="266" r:id="rId6"/>
    <p:sldId id="268" r:id="rId7"/>
    <p:sldId id="270" r:id="rId8"/>
    <p:sldId id="272" r:id="rId9"/>
    <p:sldId id="274" r:id="rId10"/>
    <p:sldId id="276" r:id="rId11"/>
    <p:sldId id="286" r:id="rId12"/>
    <p:sldId id="287" r:id="rId13"/>
  </p:sldIdLst>
  <p:sldSz cx="18288000" cy="10287000"/>
  <p:notesSz cx="6858000" cy="9144000"/>
  <p:embeddedFontLst>
    <p:embeddedFont>
      <p:font typeface="IBM Plex Sans Arabic" panose="020B0503050203000203" pitchFamily="34" charset="-78"/>
      <p:regular r:id="rId15"/>
      <p:bold r:id="rId16"/>
    </p:embeddedFont>
    <p:embeddedFont>
      <p:font typeface="Montserrat" pitchFamily="2" charset="77"/>
      <p:regular r:id="rId17"/>
      <p:bold r:id="rId18"/>
      <p:italic r:id="rId19"/>
      <p:boldItalic r:id="rId20"/>
    </p:embeddedFont>
    <p:embeddedFont>
      <p:font typeface="Montserrat Medium" pitchFamily="2" charset="77"/>
      <p:regular r:id="rId21"/>
      <p:bold r:id="rId22"/>
      <p:italic r:id="rId23"/>
      <p:boldItalic r:id="rId24"/>
    </p:embeddedFont>
    <p:embeddedFont>
      <p:font typeface="Quattrocento Sans" panose="020B0502050000020003" pitchFamily="3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0944">
          <p15:clr>
            <a:srgbClr val="747775"/>
          </p15:clr>
        </p15:guide>
        <p15:guide id="2" orient="horz" pos="5904">
          <p15:clr>
            <a:srgbClr val="747775"/>
          </p15:clr>
        </p15:guide>
        <p15:guide id="3" orient="horz" pos="576">
          <p15:clr>
            <a:srgbClr val="747775"/>
          </p15:clr>
        </p15:guide>
        <p15:guide id="4" orient="horz" pos="1152">
          <p15:clr>
            <a:srgbClr val="747775"/>
          </p15:clr>
        </p15:guide>
        <p15:guide id="5" pos="576">
          <p15:clr>
            <a:srgbClr val="747775"/>
          </p15:clr>
        </p15:guide>
        <p15:guide id="6" orient="horz" pos="3179">
          <p15:clr>
            <a:srgbClr val="747775"/>
          </p15:clr>
        </p15:guide>
        <p15:guide id="7" orient="horz" pos="1440">
          <p15:clr>
            <a:srgbClr val="747775"/>
          </p15:clr>
        </p15:guide>
        <p15:guide id="8" orient="horz" pos="2016">
          <p15:clr>
            <a:srgbClr val="747775"/>
          </p15:clr>
        </p15:guide>
        <p15:guide id="9" orient="horz" pos="2291">
          <p15:clr>
            <a:srgbClr val="747775"/>
          </p15:clr>
        </p15:guide>
        <p15:guide id="10" orient="horz" pos="2597">
          <p15:clr>
            <a:srgbClr val="747775"/>
          </p15:clr>
        </p15:guide>
        <p15:guide id="11" pos="5472">
          <p15:clr>
            <a:srgbClr val="747775"/>
          </p15:clr>
        </p15:guide>
        <p15:guide id="12" pos="4601">
          <p15:clr>
            <a:srgbClr val="747775"/>
          </p15:clr>
        </p15:guide>
        <p15:guide id="13" pos="10074">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jbdHZgBIlF/aqhGoGcX6/4I23Xi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3"/>
    <p:restoredTop sz="94694"/>
  </p:normalViewPr>
  <p:slideViewPr>
    <p:cSldViewPr snapToGrid="0">
      <p:cViewPr varScale="1">
        <p:scale>
          <a:sx n="71" d="100"/>
          <a:sy n="71" d="100"/>
        </p:scale>
        <p:origin x="1304" y="488"/>
      </p:cViewPr>
      <p:guideLst>
        <p:guide pos="10944"/>
        <p:guide orient="horz" pos="5904"/>
        <p:guide orient="horz" pos="576"/>
        <p:guide orient="horz" pos="1152"/>
        <p:guide pos="576"/>
        <p:guide orient="horz" pos="3179"/>
        <p:guide orient="horz" pos="1440"/>
        <p:guide orient="horz" pos="2016"/>
        <p:guide orient="horz" pos="2291"/>
        <p:guide orient="horz" pos="2597"/>
        <p:guide pos="5472"/>
        <p:guide pos="4601"/>
        <p:guide pos="1007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5.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4"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7" name="Google Shape;317;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3" name="Google Shape;383;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1" name="Google Shape;441;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6" name="Google Shape;566;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34bff6ca9e2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4" name="Google Shape;594;g34bff6ca9e2_0_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86"/>
          <p:cNvSpPr txBox="1">
            <a:spLocks noGrp="1"/>
          </p:cNvSpPr>
          <p:nvPr>
            <p:ph type="ctrTitle"/>
          </p:nvPr>
        </p:nvSpPr>
        <p:spPr>
          <a:xfrm>
            <a:off x="623417" y="1489150"/>
            <a:ext cx="17040900" cy="4105200"/>
          </a:xfrm>
          <a:prstGeom prst="rect">
            <a:avLst/>
          </a:prstGeom>
          <a:noFill/>
          <a:ln>
            <a:noFill/>
          </a:ln>
        </p:spPr>
        <p:txBody>
          <a:bodyPr spcFirstLastPara="1" wrap="square" lIns="159675" tIns="159675" rIns="159675" bIns="159675" anchor="b" anchorCtr="0">
            <a:normAutofit/>
          </a:bodyPr>
          <a:lstStyle>
            <a:lvl1pPr lvl="0" algn="ctr">
              <a:lnSpc>
                <a:spcPct val="100000"/>
              </a:lnSpc>
              <a:spcBef>
                <a:spcPts val="0"/>
              </a:spcBef>
              <a:spcAft>
                <a:spcPts val="0"/>
              </a:spcAft>
              <a:buSzPts val="9000"/>
              <a:buNone/>
              <a:defRPr sz="9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a:endParaRPr/>
          </a:p>
        </p:txBody>
      </p:sp>
      <p:sp>
        <p:nvSpPr>
          <p:cNvPr id="11" name="Google Shape;11;p86"/>
          <p:cNvSpPr txBox="1">
            <a:spLocks noGrp="1"/>
          </p:cNvSpPr>
          <p:nvPr>
            <p:ph type="subTitle" idx="1"/>
          </p:nvPr>
        </p:nvSpPr>
        <p:spPr>
          <a:xfrm>
            <a:off x="623400" y="5668250"/>
            <a:ext cx="17040900" cy="1584900"/>
          </a:xfrm>
          <a:prstGeom prst="rect">
            <a:avLst/>
          </a:prstGeom>
          <a:noFill/>
          <a:ln>
            <a:noFill/>
          </a:ln>
        </p:spPr>
        <p:txBody>
          <a:bodyPr spcFirstLastPara="1" wrap="square" lIns="159675" tIns="159675" rIns="159675" bIns="159675" anchor="t" anchorCtr="0">
            <a:normAutofit/>
          </a:bodyPr>
          <a:lstStyle>
            <a:lvl1pPr lvl="0" algn="ctr">
              <a:lnSpc>
                <a:spcPct val="100000"/>
              </a:lnSpc>
              <a:spcBef>
                <a:spcPts val="0"/>
              </a:spcBef>
              <a:spcAft>
                <a:spcPts val="0"/>
              </a:spcAft>
              <a:buSzPts val="4900"/>
              <a:buNone/>
              <a:defRPr sz="4900"/>
            </a:lvl1pPr>
            <a:lvl2pPr lvl="1" algn="ctr">
              <a:lnSpc>
                <a:spcPct val="100000"/>
              </a:lnSpc>
              <a:spcBef>
                <a:spcPts val="0"/>
              </a:spcBef>
              <a:spcAft>
                <a:spcPts val="0"/>
              </a:spcAft>
              <a:buSzPts val="4900"/>
              <a:buNone/>
              <a:defRPr sz="4900"/>
            </a:lvl2pPr>
            <a:lvl3pPr lvl="2" algn="ctr">
              <a:lnSpc>
                <a:spcPct val="100000"/>
              </a:lnSpc>
              <a:spcBef>
                <a:spcPts val="0"/>
              </a:spcBef>
              <a:spcAft>
                <a:spcPts val="0"/>
              </a:spcAft>
              <a:buSzPts val="4900"/>
              <a:buNone/>
              <a:defRPr sz="4900"/>
            </a:lvl3pPr>
            <a:lvl4pPr lvl="3" algn="ctr">
              <a:lnSpc>
                <a:spcPct val="100000"/>
              </a:lnSpc>
              <a:spcBef>
                <a:spcPts val="0"/>
              </a:spcBef>
              <a:spcAft>
                <a:spcPts val="0"/>
              </a:spcAft>
              <a:buSzPts val="4900"/>
              <a:buNone/>
              <a:defRPr sz="4900"/>
            </a:lvl4pPr>
            <a:lvl5pPr lvl="4" algn="ctr">
              <a:lnSpc>
                <a:spcPct val="100000"/>
              </a:lnSpc>
              <a:spcBef>
                <a:spcPts val="0"/>
              </a:spcBef>
              <a:spcAft>
                <a:spcPts val="0"/>
              </a:spcAft>
              <a:buSzPts val="4900"/>
              <a:buNone/>
              <a:defRPr sz="4900"/>
            </a:lvl5pPr>
            <a:lvl6pPr lvl="5" algn="ctr">
              <a:lnSpc>
                <a:spcPct val="100000"/>
              </a:lnSpc>
              <a:spcBef>
                <a:spcPts val="0"/>
              </a:spcBef>
              <a:spcAft>
                <a:spcPts val="0"/>
              </a:spcAft>
              <a:buSzPts val="4900"/>
              <a:buNone/>
              <a:defRPr sz="4900"/>
            </a:lvl6pPr>
            <a:lvl7pPr lvl="6" algn="ctr">
              <a:lnSpc>
                <a:spcPct val="100000"/>
              </a:lnSpc>
              <a:spcBef>
                <a:spcPts val="0"/>
              </a:spcBef>
              <a:spcAft>
                <a:spcPts val="0"/>
              </a:spcAft>
              <a:buSzPts val="4900"/>
              <a:buNone/>
              <a:defRPr sz="4900"/>
            </a:lvl7pPr>
            <a:lvl8pPr lvl="7" algn="ctr">
              <a:lnSpc>
                <a:spcPct val="100000"/>
              </a:lnSpc>
              <a:spcBef>
                <a:spcPts val="0"/>
              </a:spcBef>
              <a:spcAft>
                <a:spcPts val="0"/>
              </a:spcAft>
              <a:buSzPts val="4900"/>
              <a:buNone/>
              <a:defRPr sz="4900"/>
            </a:lvl8pPr>
            <a:lvl9pPr lvl="8" algn="ctr">
              <a:lnSpc>
                <a:spcPct val="100000"/>
              </a:lnSpc>
              <a:spcBef>
                <a:spcPts val="0"/>
              </a:spcBef>
              <a:spcAft>
                <a:spcPts val="0"/>
              </a:spcAft>
              <a:buSzPts val="4900"/>
              <a:buNone/>
              <a:defRPr sz="4900"/>
            </a:lvl9pPr>
          </a:lstStyle>
          <a:p>
            <a:endParaRPr/>
          </a:p>
        </p:txBody>
      </p:sp>
      <p:sp>
        <p:nvSpPr>
          <p:cNvPr id="12" name="Google Shape;12;p86"/>
          <p:cNvSpPr txBox="1">
            <a:spLocks noGrp="1"/>
          </p:cNvSpPr>
          <p:nvPr>
            <p:ph type="sldNum" idx="12"/>
          </p:nvPr>
        </p:nvSpPr>
        <p:spPr>
          <a:xfrm>
            <a:off x="16944916" y="9326434"/>
            <a:ext cx="1097400" cy="786900"/>
          </a:xfrm>
          <a:prstGeom prst="rect">
            <a:avLst/>
          </a:prstGeom>
          <a:noFill/>
          <a:ln>
            <a:noFill/>
          </a:ln>
        </p:spPr>
        <p:txBody>
          <a:bodyPr spcFirstLastPara="1" wrap="square" lIns="159675" tIns="159675" rIns="159675" bIns="1596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2" name="Google Shape;136;p18">
            <a:extLst>
              <a:ext uri="{FF2B5EF4-FFF2-40B4-BE49-F238E27FC236}">
                <a16:creationId xmlns:a16="http://schemas.microsoft.com/office/drawing/2014/main" id="{A3AF469B-1A80-D31E-F8B9-7069972070A2}"/>
              </a:ext>
            </a:extLst>
          </p:cNvPr>
          <p:cNvSpPr txBox="1"/>
          <p:nvPr userDrawn="1"/>
        </p:nvSpPr>
        <p:spPr>
          <a:xfrm>
            <a:off x="969975" y="9601200"/>
            <a:ext cx="9509100" cy="4002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200"/>
              <a:buFont typeface="Arial"/>
              <a:buNone/>
            </a:pPr>
            <a:r>
              <a:rPr lang="en" sz="1200" b="1" dirty="0">
                <a:solidFill>
                  <a:srgbClr val="B7B7B7"/>
                </a:solidFill>
                <a:latin typeface="Montserrat"/>
                <a:ea typeface="Montserrat"/>
                <a:cs typeface="Montserrat"/>
                <a:sym typeface="Montserrat"/>
              </a:rPr>
              <a:t>JWC COMPANY PROFILE</a:t>
            </a:r>
            <a:r>
              <a:rPr lang="en" dirty="0">
                <a:solidFill>
                  <a:srgbClr val="B7B7B7"/>
                </a:solidFill>
                <a:latin typeface="Montserrat"/>
                <a:ea typeface="Montserrat"/>
                <a:cs typeface="Montserrat"/>
                <a:sym typeface="Montserrat"/>
              </a:rPr>
              <a:t>		</a:t>
            </a:r>
            <a:r>
              <a:rPr lang="en-US" sz="1200" b="0" i="0" u="none" strike="noStrike" cap="none" dirty="0">
                <a:solidFill>
                  <a:srgbClr val="B7B7B7"/>
                </a:solidFill>
                <a:latin typeface="Montserrat"/>
                <a:ea typeface="Montserrat"/>
                <a:cs typeface="Montserrat"/>
                <a:sym typeface="Montserrat"/>
              </a:rPr>
              <a:t>MAY</a:t>
            </a:r>
            <a:r>
              <a:rPr lang="en" sz="1200" b="0" i="0" u="none" strike="noStrike" cap="none" dirty="0">
                <a:solidFill>
                  <a:srgbClr val="B7B7B7"/>
                </a:solidFill>
                <a:latin typeface="Montserrat"/>
                <a:ea typeface="Montserrat"/>
                <a:cs typeface="Montserrat"/>
                <a:sym typeface="Montserrat"/>
              </a:rPr>
              <a:t>   |   2025 </a:t>
            </a:r>
            <a:endParaRPr sz="1400" b="0" i="0" u="none" strike="noStrike" cap="none" dirty="0">
              <a:solidFill>
                <a:srgbClr val="B7B7B7"/>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dirty="0">
              <a:solidFill>
                <a:srgbClr val="B7B7B7"/>
              </a:solidFill>
              <a:latin typeface="Montserrat"/>
              <a:ea typeface="Montserrat"/>
              <a:cs typeface="Montserrat"/>
              <a:sym typeface="Montserra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87"/>
          <p:cNvSpPr txBox="1">
            <a:spLocks noGrp="1"/>
          </p:cNvSpPr>
          <p:nvPr>
            <p:ph type="title"/>
          </p:nvPr>
        </p:nvSpPr>
        <p:spPr>
          <a:xfrm>
            <a:off x="623400" y="4301700"/>
            <a:ext cx="17040900" cy="1683900"/>
          </a:xfrm>
          <a:prstGeom prst="rect">
            <a:avLst/>
          </a:prstGeom>
          <a:noFill/>
          <a:ln>
            <a:noFill/>
          </a:ln>
        </p:spPr>
        <p:txBody>
          <a:bodyPr spcFirstLastPara="1" wrap="square" lIns="159675" tIns="159675" rIns="159675" bIns="159675" anchor="ctr" anchorCtr="0">
            <a:normAutofit/>
          </a:bodyPr>
          <a:lstStyle>
            <a:lvl1pPr lvl="0" algn="ctr">
              <a:lnSpc>
                <a:spcPct val="100000"/>
              </a:lnSpc>
              <a:spcBef>
                <a:spcPts val="0"/>
              </a:spcBef>
              <a:spcAft>
                <a:spcPts val="0"/>
              </a:spcAft>
              <a:buSzPts val="6300"/>
              <a:buNone/>
              <a:defRPr sz="6300"/>
            </a:lvl1pPr>
            <a:lvl2pPr lvl="1" algn="ctr">
              <a:lnSpc>
                <a:spcPct val="100000"/>
              </a:lnSpc>
              <a:spcBef>
                <a:spcPts val="0"/>
              </a:spcBef>
              <a:spcAft>
                <a:spcPts val="0"/>
              </a:spcAft>
              <a:buSzPts val="6300"/>
              <a:buNone/>
              <a:defRPr sz="6300"/>
            </a:lvl2pPr>
            <a:lvl3pPr lvl="2" algn="ctr">
              <a:lnSpc>
                <a:spcPct val="100000"/>
              </a:lnSpc>
              <a:spcBef>
                <a:spcPts val="0"/>
              </a:spcBef>
              <a:spcAft>
                <a:spcPts val="0"/>
              </a:spcAft>
              <a:buSzPts val="6300"/>
              <a:buNone/>
              <a:defRPr sz="6300"/>
            </a:lvl3pPr>
            <a:lvl4pPr lvl="3" algn="ctr">
              <a:lnSpc>
                <a:spcPct val="100000"/>
              </a:lnSpc>
              <a:spcBef>
                <a:spcPts val="0"/>
              </a:spcBef>
              <a:spcAft>
                <a:spcPts val="0"/>
              </a:spcAft>
              <a:buSzPts val="6300"/>
              <a:buNone/>
              <a:defRPr sz="6300"/>
            </a:lvl4pPr>
            <a:lvl5pPr lvl="4" algn="ctr">
              <a:lnSpc>
                <a:spcPct val="100000"/>
              </a:lnSpc>
              <a:spcBef>
                <a:spcPts val="0"/>
              </a:spcBef>
              <a:spcAft>
                <a:spcPts val="0"/>
              </a:spcAft>
              <a:buSzPts val="6300"/>
              <a:buNone/>
              <a:defRPr sz="6300"/>
            </a:lvl5pPr>
            <a:lvl6pPr lvl="5" algn="ctr">
              <a:lnSpc>
                <a:spcPct val="100000"/>
              </a:lnSpc>
              <a:spcBef>
                <a:spcPts val="0"/>
              </a:spcBef>
              <a:spcAft>
                <a:spcPts val="0"/>
              </a:spcAft>
              <a:buSzPts val="6300"/>
              <a:buNone/>
              <a:defRPr sz="6300"/>
            </a:lvl6pPr>
            <a:lvl7pPr lvl="6" algn="ctr">
              <a:lnSpc>
                <a:spcPct val="100000"/>
              </a:lnSpc>
              <a:spcBef>
                <a:spcPts val="0"/>
              </a:spcBef>
              <a:spcAft>
                <a:spcPts val="0"/>
              </a:spcAft>
              <a:buSzPts val="6300"/>
              <a:buNone/>
              <a:defRPr sz="6300"/>
            </a:lvl7pPr>
            <a:lvl8pPr lvl="7" algn="ctr">
              <a:lnSpc>
                <a:spcPct val="100000"/>
              </a:lnSpc>
              <a:spcBef>
                <a:spcPts val="0"/>
              </a:spcBef>
              <a:spcAft>
                <a:spcPts val="0"/>
              </a:spcAft>
              <a:buSzPts val="6300"/>
              <a:buNone/>
              <a:defRPr sz="6300"/>
            </a:lvl8pPr>
            <a:lvl9pPr lvl="8" algn="ctr">
              <a:lnSpc>
                <a:spcPct val="100000"/>
              </a:lnSpc>
              <a:spcBef>
                <a:spcPts val="0"/>
              </a:spcBef>
              <a:spcAft>
                <a:spcPts val="0"/>
              </a:spcAft>
              <a:buSzPts val="6300"/>
              <a:buNone/>
              <a:defRPr sz="6300"/>
            </a:lvl9pPr>
          </a:lstStyle>
          <a:p>
            <a:endParaRPr/>
          </a:p>
        </p:txBody>
      </p:sp>
      <p:sp>
        <p:nvSpPr>
          <p:cNvPr id="15" name="Google Shape;15;p87"/>
          <p:cNvSpPr txBox="1">
            <a:spLocks noGrp="1"/>
          </p:cNvSpPr>
          <p:nvPr>
            <p:ph type="sldNum" idx="12"/>
          </p:nvPr>
        </p:nvSpPr>
        <p:spPr>
          <a:xfrm>
            <a:off x="16944916" y="9326434"/>
            <a:ext cx="1097400" cy="786900"/>
          </a:xfrm>
          <a:prstGeom prst="rect">
            <a:avLst/>
          </a:prstGeom>
          <a:noFill/>
          <a:ln>
            <a:noFill/>
          </a:ln>
        </p:spPr>
        <p:txBody>
          <a:bodyPr spcFirstLastPara="1" wrap="square" lIns="159675" tIns="159675" rIns="159675" bIns="1596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88"/>
          <p:cNvSpPr txBox="1">
            <a:spLocks noGrp="1"/>
          </p:cNvSpPr>
          <p:nvPr>
            <p:ph type="title"/>
          </p:nvPr>
        </p:nvSpPr>
        <p:spPr>
          <a:xfrm>
            <a:off x="623400" y="890050"/>
            <a:ext cx="17040900" cy="1145700"/>
          </a:xfrm>
          <a:prstGeom prst="rect">
            <a:avLst/>
          </a:prstGeom>
          <a:noFill/>
          <a:ln>
            <a:noFill/>
          </a:ln>
        </p:spPr>
        <p:txBody>
          <a:bodyPr spcFirstLastPara="1" wrap="square" lIns="159675" tIns="159675" rIns="159675" bIns="159675" anchor="t" anchorCtr="0">
            <a:normAutofit/>
          </a:bodyPr>
          <a:lstStyle>
            <a:lvl1pPr lvl="0" algn="l">
              <a:lnSpc>
                <a:spcPct val="100000"/>
              </a:lnSpc>
              <a:spcBef>
                <a:spcPts val="0"/>
              </a:spcBef>
              <a:spcAft>
                <a:spcPts val="0"/>
              </a:spcAft>
              <a:buSzPts val="4900"/>
              <a:buNone/>
              <a:defRPr/>
            </a:lvl1pPr>
            <a:lvl2pPr lvl="1" algn="l">
              <a:lnSpc>
                <a:spcPct val="100000"/>
              </a:lnSpc>
              <a:spcBef>
                <a:spcPts val="0"/>
              </a:spcBef>
              <a:spcAft>
                <a:spcPts val="0"/>
              </a:spcAft>
              <a:buSzPts val="4900"/>
              <a:buNone/>
              <a:defRPr/>
            </a:lvl2pPr>
            <a:lvl3pPr lvl="2" algn="l">
              <a:lnSpc>
                <a:spcPct val="100000"/>
              </a:lnSpc>
              <a:spcBef>
                <a:spcPts val="0"/>
              </a:spcBef>
              <a:spcAft>
                <a:spcPts val="0"/>
              </a:spcAft>
              <a:buSzPts val="4900"/>
              <a:buNone/>
              <a:defRPr/>
            </a:lvl3pPr>
            <a:lvl4pPr lvl="3" algn="l">
              <a:lnSpc>
                <a:spcPct val="100000"/>
              </a:lnSpc>
              <a:spcBef>
                <a:spcPts val="0"/>
              </a:spcBef>
              <a:spcAft>
                <a:spcPts val="0"/>
              </a:spcAft>
              <a:buSzPts val="4900"/>
              <a:buNone/>
              <a:defRPr/>
            </a:lvl4pPr>
            <a:lvl5pPr lvl="4" algn="l">
              <a:lnSpc>
                <a:spcPct val="100000"/>
              </a:lnSpc>
              <a:spcBef>
                <a:spcPts val="0"/>
              </a:spcBef>
              <a:spcAft>
                <a:spcPts val="0"/>
              </a:spcAft>
              <a:buSzPts val="4900"/>
              <a:buNone/>
              <a:defRPr/>
            </a:lvl5pPr>
            <a:lvl6pPr lvl="5" algn="l">
              <a:lnSpc>
                <a:spcPct val="100000"/>
              </a:lnSpc>
              <a:spcBef>
                <a:spcPts val="0"/>
              </a:spcBef>
              <a:spcAft>
                <a:spcPts val="0"/>
              </a:spcAft>
              <a:buSzPts val="4900"/>
              <a:buNone/>
              <a:defRPr/>
            </a:lvl6pPr>
            <a:lvl7pPr lvl="6" algn="l">
              <a:lnSpc>
                <a:spcPct val="100000"/>
              </a:lnSpc>
              <a:spcBef>
                <a:spcPts val="0"/>
              </a:spcBef>
              <a:spcAft>
                <a:spcPts val="0"/>
              </a:spcAft>
              <a:buSzPts val="4900"/>
              <a:buNone/>
              <a:defRPr/>
            </a:lvl7pPr>
            <a:lvl8pPr lvl="7" algn="l">
              <a:lnSpc>
                <a:spcPct val="100000"/>
              </a:lnSpc>
              <a:spcBef>
                <a:spcPts val="0"/>
              </a:spcBef>
              <a:spcAft>
                <a:spcPts val="0"/>
              </a:spcAft>
              <a:buSzPts val="4900"/>
              <a:buNone/>
              <a:defRPr/>
            </a:lvl8pPr>
            <a:lvl9pPr lvl="8" algn="l">
              <a:lnSpc>
                <a:spcPct val="100000"/>
              </a:lnSpc>
              <a:spcBef>
                <a:spcPts val="0"/>
              </a:spcBef>
              <a:spcAft>
                <a:spcPts val="0"/>
              </a:spcAft>
              <a:buSzPts val="4900"/>
              <a:buNone/>
              <a:defRPr/>
            </a:lvl9pPr>
          </a:lstStyle>
          <a:p>
            <a:endParaRPr/>
          </a:p>
        </p:txBody>
      </p:sp>
      <p:sp>
        <p:nvSpPr>
          <p:cNvPr id="18" name="Google Shape;18;p88"/>
          <p:cNvSpPr txBox="1">
            <a:spLocks noGrp="1"/>
          </p:cNvSpPr>
          <p:nvPr>
            <p:ph type="body" idx="1"/>
          </p:nvPr>
        </p:nvSpPr>
        <p:spPr>
          <a:xfrm>
            <a:off x="623400" y="2304950"/>
            <a:ext cx="17040900" cy="6832800"/>
          </a:xfrm>
          <a:prstGeom prst="rect">
            <a:avLst/>
          </a:prstGeom>
          <a:noFill/>
          <a:ln>
            <a:noFill/>
          </a:ln>
        </p:spPr>
        <p:txBody>
          <a:bodyPr spcFirstLastPara="1" wrap="square" lIns="159675" tIns="159675" rIns="159675" bIns="159675" anchor="t" anchorCtr="0">
            <a:normAutofit/>
          </a:bodyPr>
          <a:lstStyle>
            <a:lvl1pPr marL="457200" lvl="0" indent="-431800" algn="l">
              <a:lnSpc>
                <a:spcPct val="115000"/>
              </a:lnSpc>
              <a:spcBef>
                <a:spcPts val="0"/>
              </a:spcBef>
              <a:spcAft>
                <a:spcPts val="0"/>
              </a:spcAft>
              <a:buSzPts val="3200"/>
              <a:buChar char="●"/>
              <a:defRPr/>
            </a:lvl1pPr>
            <a:lvl2pPr marL="914400" lvl="1" indent="-381000" algn="l">
              <a:lnSpc>
                <a:spcPct val="115000"/>
              </a:lnSpc>
              <a:spcBef>
                <a:spcPts val="0"/>
              </a:spcBef>
              <a:spcAft>
                <a:spcPts val="0"/>
              </a:spcAft>
              <a:buSzPts val="2400"/>
              <a:buChar char="○"/>
              <a:defRPr/>
            </a:lvl2pPr>
            <a:lvl3pPr marL="1371600" lvl="2" indent="-381000" algn="l">
              <a:lnSpc>
                <a:spcPct val="115000"/>
              </a:lnSpc>
              <a:spcBef>
                <a:spcPts val="0"/>
              </a:spcBef>
              <a:spcAft>
                <a:spcPts val="0"/>
              </a:spcAft>
              <a:buSzPts val="2400"/>
              <a:buChar char="■"/>
              <a:defRPr/>
            </a:lvl3pPr>
            <a:lvl4pPr marL="1828800" lvl="3" indent="-381000" algn="l">
              <a:lnSpc>
                <a:spcPct val="115000"/>
              </a:lnSpc>
              <a:spcBef>
                <a:spcPts val="0"/>
              </a:spcBef>
              <a:spcAft>
                <a:spcPts val="0"/>
              </a:spcAft>
              <a:buSzPts val="2400"/>
              <a:buChar char="●"/>
              <a:defRPr/>
            </a:lvl4pPr>
            <a:lvl5pPr marL="2286000" lvl="4" indent="-381000" algn="l">
              <a:lnSpc>
                <a:spcPct val="115000"/>
              </a:lnSpc>
              <a:spcBef>
                <a:spcPts val="0"/>
              </a:spcBef>
              <a:spcAft>
                <a:spcPts val="0"/>
              </a:spcAft>
              <a:buSzPts val="2400"/>
              <a:buChar char="○"/>
              <a:defRPr/>
            </a:lvl5pPr>
            <a:lvl6pPr marL="2743200" lvl="5" indent="-381000" algn="l">
              <a:lnSpc>
                <a:spcPct val="115000"/>
              </a:lnSpc>
              <a:spcBef>
                <a:spcPts val="0"/>
              </a:spcBef>
              <a:spcAft>
                <a:spcPts val="0"/>
              </a:spcAft>
              <a:buSzPts val="2400"/>
              <a:buChar char="■"/>
              <a:defRPr/>
            </a:lvl6pPr>
            <a:lvl7pPr marL="3200400" lvl="6" indent="-381000" algn="l">
              <a:lnSpc>
                <a:spcPct val="115000"/>
              </a:lnSpc>
              <a:spcBef>
                <a:spcPts val="0"/>
              </a:spcBef>
              <a:spcAft>
                <a:spcPts val="0"/>
              </a:spcAft>
              <a:buSzPts val="2400"/>
              <a:buChar char="●"/>
              <a:defRPr/>
            </a:lvl7pPr>
            <a:lvl8pPr marL="3657600" lvl="7" indent="-381000" algn="l">
              <a:lnSpc>
                <a:spcPct val="115000"/>
              </a:lnSpc>
              <a:spcBef>
                <a:spcPts val="0"/>
              </a:spcBef>
              <a:spcAft>
                <a:spcPts val="0"/>
              </a:spcAft>
              <a:buSzPts val="2400"/>
              <a:buChar char="○"/>
              <a:defRPr/>
            </a:lvl8pPr>
            <a:lvl9pPr marL="4114800" lvl="8" indent="-381000" algn="l">
              <a:lnSpc>
                <a:spcPct val="115000"/>
              </a:lnSpc>
              <a:spcBef>
                <a:spcPts val="0"/>
              </a:spcBef>
              <a:spcAft>
                <a:spcPts val="0"/>
              </a:spcAft>
              <a:buSzPts val="2400"/>
              <a:buChar char="■"/>
              <a:defRPr/>
            </a:lvl9pPr>
          </a:lstStyle>
          <a:p>
            <a:endParaRPr/>
          </a:p>
        </p:txBody>
      </p:sp>
      <p:sp>
        <p:nvSpPr>
          <p:cNvPr id="19" name="Google Shape;19;p88"/>
          <p:cNvSpPr txBox="1">
            <a:spLocks noGrp="1"/>
          </p:cNvSpPr>
          <p:nvPr>
            <p:ph type="sldNum" idx="12"/>
          </p:nvPr>
        </p:nvSpPr>
        <p:spPr>
          <a:xfrm>
            <a:off x="16944916" y="9326434"/>
            <a:ext cx="1097400" cy="786900"/>
          </a:xfrm>
          <a:prstGeom prst="rect">
            <a:avLst/>
          </a:prstGeom>
          <a:noFill/>
          <a:ln>
            <a:noFill/>
          </a:ln>
        </p:spPr>
        <p:txBody>
          <a:bodyPr spcFirstLastPara="1" wrap="square" lIns="159675" tIns="159675" rIns="159675" bIns="1596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89"/>
          <p:cNvSpPr txBox="1">
            <a:spLocks noGrp="1"/>
          </p:cNvSpPr>
          <p:nvPr>
            <p:ph type="title"/>
          </p:nvPr>
        </p:nvSpPr>
        <p:spPr>
          <a:xfrm>
            <a:off x="623400" y="890050"/>
            <a:ext cx="17040900" cy="1145700"/>
          </a:xfrm>
          <a:prstGeom prst="rect">
            <a:avLst/>
          </a:prstGeom>
          <a:noFill/>
          <a:ln>
            <a:noFill/>
          </a:ln>
        </p:spPr>
        <p:txBody>
          <a:bodyPr spcFirstLastPara="1" wrap="square" lIns="159675" tIns="159675" rIns="159675" bIns="159675" anchor="t" anchorCtr="0">
            <a:normAutofit/>
          </a:bodyPr>
          <a:lstStyle>
            <a:lvl1pPr lvl="0" algn="l">
              <a:lnSpc>
                <a:spcPct val="100000"/>
              </a:lnSpc>
              <a:spcBef>
                <a:spcPts val="0"/>
              </a:spcBef>
              <a:spcAft>
                <a:spcPts val="0"/>
              </a:spcAft>
              <a:buSzPts val="4900"/>
              <a:buNone/>
              <a:defRPr/>
            </a:lvl1pPr>
            <a:lvl2pPr lvl="1" algn="l">
              <a:lnSpc>
                <a:spcPct val="100000"/>
              </a:lnSpc>
              <a:spcBef>
                <a:spcPts val="0"/>
              </a:spcBef>
              <a:spcAft>
                <a:spcPts val="0"/>
              </a:spcAft>
              <a:buSzPts val="4900"/>
              <a:buNone/>
              <a:defRPr/>
            </a:lvl2pPr>
            <a:lvl3pPr lvl="2" algn="l">
              <a:lnSpc>
                <a:spcPct val="100000"/>
              </a:lnSpc>
              <a:spcBef>
                <a:spcPts val="0"/>
              </a:spcBef>
              <a:spcAft>
                <a:spcPts val="0"/>
              </a:spcAft>
              <a:buSzPts val="4900"/>
              <a:buNone/>
              <a:defRPr/>
            </a:lvl3pPr>
            <a:lvl4pPr lvl="3" algn="l">
              <a:lnSpc>
                <a:spcPct val="100000"/>
              </a:lnSpc>
              <a:spcBef>
                <a:spcPts val="0"/>
              </a:spcBef>
              <a:spcAft>
                <a:spcPts val="0"/>
              </a:spcAft>
              <a:buSzPts val="4900"/>
              <a:buNone/>
              <a:defRPr/>
            </a:lvl4pPr>
            <a:lvl5pPr lvl="4" algn="l">
              <a:lnSpc>
                <a:spcPct val="100000"/>
              </a:lnSpc>
              <a:spcBef>
                <a:spcPts val="0"/>
              </a:spcBef>
              <a:spcAft>
                <a:spcPts val="0"/>
              </a:spcAft>
              <a:buSzPts val="4900"/>
              <a:buNone/>
              <a:defRPr/>
            </a:lvl5pPr>
            <a:lvl6pPr lvl="5" algn="l">
              <a:lnSpc>
                <a:spcPct val="100000"/>
              </a:lnSpc>
              <a:spcBef>
                <a:spcPts val="0"/>
              </a:spcBef>
              <a:spcAft>
                <a:spcPts val="0"/>
              </a:spcAft>
              <a:buSzPts val="4900"/>
              <a:buNone/>
              <a:defRPr/>
            </a:lvl6pPr>
            <a:lvl7pPr lvl="6" algn="l">
              <a:lnSpc>
                <a:spcPct val="100000"/>
              </a:lnSpc>
              <a:spcBef>
                <a:spcPts val="0"/>
              </a:spcBef>
              <a:spcAft>
                <a:spcPts val="0"/>
              </a:spcAft>
              <a:buSzPts val="4900"/>
              <a:buNone/>
              <a:defRPr/>
            </a:lvl7pPr>
            <a:lvl8pPr lvl="7" algn="l">
              <a:lnSpc>
                <a:spcPct val="100000"/>
              </a:lnSpc>
              <a:spcBef>
                <a:spcPts val="0"/>
              </a:spcBef>
              <a:spcAft>
                <a:spcPts val="0"/>
              </a:spcAft>
              <a:buSzPts val="4900"/>
              <a:buNone/>
              <a:defRPr/>
            </a:lvl8pPr>
            <a:lvl9pPr lvl="8" algn="l">
              <a:lnSpc>
                <a:spcPct val="100000"/>
              </a:lnSpc>
              <a:spcBef>
                <a:spcPts val="0"/>
              </a:spcBef>
              <a:spcAft>
                <a:spcPts val="0"/>
              </a:spcAft>
              <a:buSzPts val="4900"/>
              <a:buNone/>
              <a:defRPr/>
            </a:lvl9pPr>
          </a:lstStyle>
          <a:p>
            <a:endParaRPr/>
          </a:p>
        </p:txBody>
      </p:sp>
      <p:sp>
        <p:nvSpPr>
          <p:cNvPr id="22" name="Google Shape;22;p89"/>
          <p:cNvSpPr txBox="1">
            <a:spLocks noGrp="1"/>
          </p:cNvSpPr>
          <p:nvPr>
            <p:ph type="body" idx="1"/>
          </p:nvPr>
        </p:nvSpPr>
        <p:spPr>
          <a:xfrm>
            <a:off x="623400" y="2304950"/>
            <a:ext cx="7999800" cy="6832800"/>
          </a:xfrm>
          <a:prstGeom prst="rect">
            <a:avLst/>
          </a:prstGeom>
          <a:noFill/>
          <a:ln>
            <a:noFill/>
          </a:ln>
        </p:spPr>
        <p:txBody>
          <a:bodyPr spcFirstLastPara="1" wrap="square" lIns="159675" tIns="159675" rIns="159675" bIns="159675" anchor="t" anchorCtr="0">
            <a:normAutofit/>
          </a:bodyPr>
          <a:lstStyle>
            <a:lvl1pPr marL="457200" lvl="0" indent="-381000" algn="l">
              <a:lnSpc>
                <a:spcPct val="115000"/>
              </a:lnSpc>
              <a:spcBef>
                <a:spcPts val="0"/>
              </a:spcBef>
              <a:spcAft>
                <a:spcPts val="0"/>
              </a:spcAft>
              <a:buSzPts val="2400"/>
              <a:buChar char="●"/>
              <a:defRPr sz="2400"/>
            </a:lvl1pPr>
            <a:lvl2pPr marL="914400" lvl="1" indent="-361950" algn="l">
              <a:lnSpc>
                <a:spcPct val="115000"/>
              </a:lnSpc>
              <a:spcBef>
                <a:spcPts val="0"/>
              </a:spcBef>
              <a:spcAft>
                <a:spcPts val="0"/>
              </a:spcAft>
              <a:buSzPts val="2100"/>
              <a:buChar char="○"/>
              <a:defRPr sz="2100"/>
            </a:lvl2pPr>
            <a:lvl3pPr marL="1371600" lvl="2" indent="-361950" algn="l">
              <a:lnSpc>
                <a:spcPct val="115000"/>
              </a:lnSpc>
              <a:spcBef>
                <a:spcPts val="0"/>
              </a:spcBef>
              <a:spcAft>
                <a:spcPts val="0"/>
              </a:spcAft>
              <a:buSzPts val="2100"/>
              <a:buChar char="■"/>
              <a:defRPr sz="2100"/>
            </a:lvl3pPr>
            <a:lvl4pPr marL="1828800" lvl="3" indent="-361950" algn="l">
              <a:lnSpc>
                <a:spcPct val="115000"/>
              </a:lnSpc>
              <a:spcBef>
                <a:spcPts val="0"/>
              </a:spcBef>
              <a:spcAft>
                <a:spcPts val="0"/>
              </a:spcAft>
              <a:buSzPts val="2100"/>
              <a:buChar char="●"/>
              <a:defRPr sz="2100"/>
            </a:lvl4pPr>
            <a:lvl5pPr marL="2286000" lvl="4" indent="-361950" algn="l">
              <a:lnSpc>
                <a:spcPct val="115000"/>
              </a:lnSpc>
              <a:spcBef>
                <a:spcPts val="0"/>
              </a:spcBef>
              <a:spcAft>
                <a:spcPts val="0"/>
              </a:spcAft>
              <a:buSzPts val="2100"/>
              <a:buChar char="○"/>
              <a:defRPr sz="2100"/>
            </a:lvl5pPr>
            <a:lvl6pPr marL="2743200" lvl="5" indent="-361950" algn="l">
              <a:lnSpc>
                <a:spcPct val="115000"/>
              </a:lnSpc>
              <a:spcBef>
                <a:spcPts val="0"/>
              </a:spcBef>
              <a:spcAft>
                <a:spcPts val="0"/>
              </a:spcAft>
              <a:buSzPts val="2100"/>
              <a:buChar char="■"/>
              <a:defRPr sz="2100"/>
            </a:lvl6pPr>
            <a:lvl7pPr marL="3200400" lvl="6" indent="-361950" algn="l">
              <a:lnSpc>
                <a:spcPct val="115000"/>
              </a:lnSpc>
              <a:spcBef>
                <a:spcPts val="0"/>
              </a:spcBef>
              <a:spcAft>
                <a:spcPts val="0"/>
              </a:spcAft>
              <a:buSzPts val="2100"/>
              <a:buChar char="●"/>
              <a:defRPr sz="2100"/>
            </a:lvl7pPr>
            <a:lvl8pPr marL="3657600" lvl="7" indent="-361950" algn="l">
              <a:lnSpc>
                <a:spcPct val="115000"/>
              </a:lnSpc>
              <a:spcBef>
                <a:spcPts val="0"/>
              </a:spcBef>
              <a:spcAft>
                <a:spcPts val="0"/>
              </a:spcAft>
              <a:buSzPts val="2100"/>
              <a:buChar char="○"/>
              <a:defRPr sz="2100"/>
            </a:lvl8pPr>
            <a:lvl9pPr marL="4114800" lvl="8" indent="-361950" algn="l">
              <a:lnSpc>
                <a:spcPct val="115000"/>
              </a:lnSpc>
              <a:spcBef>
                <a:spcPts val="0"/>
              </a:spcBef>
              <a:spcAft>
                <a:spcPts val="0"/>
              </a:spcAft>
              <a:buSzPts val="2100"/>
              <a:buChar char="■"/>
              <a:defRPr sz="2100"/>
            </a:lvl9pPr>
          </a:lstStyle>
          <a:p>
            <a:endParaRPr/>
          </a:p>
        </p:txBody>
      </p:sp>
      <p:sp>
        <p:nvSpPr>
          <p:cNvPr id="23" name="Google Shape;23;p89"/>
          <p:cNvSpPr txBox="1">
            <a:spLocks noGrp="1"/>
          </p:cNvSpPr>
          <p:nvPr>
            <p:ph type="body" idx="2"/>
          </p:nvPr>
        </p:nvSpPr>
        <p:spPr>
          <a:xfrm>
            <a:off x="9664800" y="2304950"/>
            <a:ext cx="7999800" cy="6832800"/>
          </a:xfrm>
          <a:prstGeom prst="rect">
            <a:avLst/>
          </a:prstGeom>
          <a:noFill/>
          <a:ln>
            <a:noFill/>
          </a:ln>
        </p:spPr>
        <p:txBody>
          <a:bodyPr spcFirstLastPara="1" wrap="square" lIns="159675" tIns="159675" rIns="159675" bIns="159675" anchor="t" anchorCtr="0">
            <a:normAutofit/>
          </a:bodyPr>
          <a:lstStyle>
            <a:lvl1pPr marL="457200" lvl="0" indent="-381000" algn="l">
              <a:lnSpc>
                <a:spcPct val="115000"/>
              </a:lnSpc>
              <a:spcBef>
                <a:spcPts val="0"/>
              </a:spcBef>
              <a:spcAft>
                <a:spcPts val="0"/>
              </a:spcAft>
              <a:buSzPts val="2400"/>
              <a:buChar char="●"/>
              <a:defRPr sz="2400"/>
            </a:lvl1pPr>
            <a:lvl2pPr marL="914400" lvl="1" indent="-361950" algn="l">
              <a:lnSpc>
                <a:spcPct val="115000"/>
              </a:lnSpc>
              <a:spcBef>
                <a:spcPts val="0"/>
              </a:spcBef>
              <a:spcAft>
                <a:spcPts val="0"/>
              </a:spcAft>
              <a:buSzPts val="2100"/>
              <a:buChar char="○"/>
              <a:defRPr sz="2100"/>
            </a:lvl2pPr>
            <a:lvl3pPr marL="1371600" lvl="2" indent="-361950" algn="l">
              <a:lnSpc>
                <a:spcPct val="115000"/>
              </a:lnSpc>
              <a:spcBef>
                <a:spcPts val="0"/>
              </a:spcBef>
              <a:spcAft>
                <a:spcPts val="0"/>
              </a:spcAft>
              <a:buSzPts val="2100"/>
              <a:buChar char="■"/>
              <a:defRPr sz="2100"/>
            </a:lvl3pPr>
            <a:lvl4pPr marL="1828800" lvl="3" indent="-361950" algn="l">
              <a:lnSpc>
                <a:spcPct val="115000"/>
              </a:lnSpc>
              <a:spcBef>
                <a:spcPts val="0"/>
              </a:spcBef>
              <a:spcAft>
                <a:spcPts val="0"/>
              </a:spcAft>
              <a:buSzPts val="2100"/>
              <a:buChar char="●"/>
              <a:defRPr sz="2100"/>
            </a:lvl4pPr>
            <a:lvl5pPr marL="2286000" lvl="4" indent="-361950" algn="l">
              <a:lnSpc>
                <a:spcPct val="115000"/>
              </a:lnSpc>
              <a:spcBef>
                <a:spcPts val="0"/>
              </a:spcBef>
              <a:spcAft>
                <a:spcPts val="0"/>
              </a:spcAft>
              <a:buSzPts val="2100"/>
              <a:buChar char="○"/>
              <a:defRPr sz="2100"/>
            </a:lvl5pPr>
            <a:lvl6pPr marL="2743200" lvl="5" indent="-361950" algn="l">
              <a:lnSpc>
                <a:spcPct val="115000"/>
              </a:lnSpc>
              <a:spcBef>
                <a:spcPts val="0"/>
              </a:spcBef>
              <a:spcAft>
                <a:spcPts val="0"/>
              </a:spcAft>
              <a:buSzPts val="2100"/>
              <a:buChar char="■"/>
              <a:defRPr sz="2100"/>
            </a:lvl6pPr>
            <a:lvl7pPr marL="3200400" lvl="6" indent="-361950" algn="l">
              <a:lnSpc>
                <a:spcPct val="115000"/>
              </a:lnSpc>
              <a:spcBef>
                <a:spcPts val="0"/>
              </a:spcBef>
              <a:spcAft>
                <a:spcPts val="0"/>
              </a:spcAft>
              <a:buSzPts val="2100"/>
              <a:buChar char="●"/>
              <a:defRPr sz="2100"/>
            </a:lvl7pPr>
            <a:lvl8pPr marL="3657600" lvl="7" indent="-361950" algn="l">
              <a:lnSpc>
                <a:spcPct val="115000"/>
              </a:lnSpc>
              <a:spcBef>
                <a:spcPts val="0"/>
              </a:spcBef>
              <a:spcAft>
                <a:spcPts val="0"/>
              </a:spcAft>
              <a:buSzPts val="2100"/>
              <a:buChar char="○"/>
              <a:defRPr sz="2100"/>
            </a:lvl8pPr>
            <a:lvl9pPr marL="4114800" lvl="8" indent="-361950" algn="l">
              <a:lnSpc>
                <a:spcPct val="115000"/>
              </a:lnSpc>
              <a:spcBef>
                <a:spcPts val="0"/>
              </a:spcBef>
              <a:spcAft>
                <a:spcPts val="0"/>
              </a:spcAft>
              <a:buSzPts val="2100"/>
              <a:buChar char="■"/>
              <a:defRPr sz="2100"/>
            </a:lvl9pPr>
          </a:lstStyle>
          <a:p>
            <a:endParaRPr/>
          </a:p>
        </p:txBody>
      </p:sp>
      <p:sp>
        <p:nvSpPr>
          <p:cNvPr id="24" name="Google Shape;24;p89"/>
          <p:cNvSpPr txBox="1">
            <a:spLocks noGrp="1"/>
          </p:cNvSpPr>
          <p:nvPr>
            <p:ph type="sldNum" idx="12"/>
          </p:nvPr>
        </p:nvSpPr>
        <p:spPr>
          <a:xfrm>
            <a:off x="16944916" y="9326434"/>
            <a:ext cx="1097400" cy="786900"/>
          </a:xfrm>
          <a:prstGeom prst="rect">
            <a:avLst/>
          </a:prstGeom>
          <a:noFill/>
          <a:ln>
            <a:noFill/>
          </a:ln>
        </p:spPr>
        <p:txBody>
          <a:bodyPr spcFirstLastPara="1" wrap="square" lIns="159675" tIns="159675" rIns="159675" bIns="1596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90"/>
          <p:cNvSpPr txBox="1">
            <a:spLocks noGrp="1"/>
          </p:cNvSpPr>
          <p:nvPr>
            <p:ph type="title"/>
          </p:nvPr>
        </p:nvSpPr>
        <p:spPr>
          <a:xfrm>
            <a:off x="623400" y="890050"/>
            <a:ext cx="17040900" cy="1145700"/>
          </a:xfrm>
          <a:prstGeom prst="rect">
            <a:avLst/>
          </a:prstGeom>
          <a:noFill/>
          <a:ln>
            <a:noFill/>
          </a:ln>
        </p:spPr>
        <p:txBody>
          <a:bodyPr spcFirstLastPara="1" wrap="square" lIns="159675" tIns="159675" rIns="159675" bIns="159675" anchor="t" anchorCtr="0">
            <a:normAutofit/>
          </a:bodyPr>
          <a:lstStyle>
            <a:lvl1pPr lvl="0" algn="l">
              <a:lnSpc>
                <a:spcPct val="100000"/>
              </a:lnSpc>
              <a:spcBef>
                <a:spcPts val="0"/>
              </a:spcBef>
              <a:spcAft>
                <a:spcPts val="0"/>
              </a:spcAft>
              <a:buSzPts val="4900"/>
              <a:buNone/>
              <a:defRPr/>
            </a:lvl1pPr>
            <a:lvl2pPr lvl="1" algn="l">
              <a:lnSpc>
                <a:spcPct val="100000"/>
              </a:lnSpc>
              <a:spcBef>
                <a:spcPts val="0"/>
              </a:spcBef>
              <a:spcAft>
                <a:spcPts val="0"/>
              </a:spcAft>
              <a:buSzPts val="4900"/>
              <a:buNone/>
              <a:defRPr/>
            </a:lvl2pPr>
            <a:lvl3pPr lvl="2" algn="l">
              <a:lnSpc>
                <a:spcPct val="100000"/>
              </a:lnSpc>
              <a:spcBef>
                <a:spcPts val="0"/>
              </a:spcBef>
              <a:spcAft>
                <a:spcPts val="0"/>
              </a:spcAft>
              <a:buSzPts val="4900"/>
              <a:buNone/>
              <a:defRPr/>
            </a:lvl3pPr>
            <a:lvl4pPr lvl="3" algn="l">
              <a:lnSpc>
                <a:spcPct val="100000"/>
              </a:lnSpc>
              <a:spcBef>
                <a:spcPts val="0"/>
              </a:spcBef>
              <a:spcAft>
                <a:spcPts val="0"/>
              </a:spcAft>
              <a:buSzPts val="4900"/>
              <a:buNone/>
              <a:defRPr/>
            </a:lvl4pPr>
            <a:lvl5pPr lvl="4" algn="l">
              <a:lnSpc>
                <a:spcPct val="100000"/>
              </a:lnSpc>
              <a:spcBef>
                <a:spcPts val="0"/>
              </a:spcBef>
              <a:spcAft>
                <a:spcPts val="0"/>
              </a:spcAft>
              <a:buSzPts val="4900"/>
              <a:buNone/>
              <a:defRPr/>
            </a:lvl5pPr>
            <a:lvl6pPr lvl="5" algn="l">
              <a:lnSpc>
                <a:spcPct val="100000"/>
              </a:lnSpc>
              <a:spcBef>
                <a:spcPts val="0"/>
              </a:spcBef>
              <a:spcAft>
                <a:spcPts val="0"/>
              </a:spcAft>
              <a:buSzPts val="4900"/>
              <a:buNone/>
              <a:defRPr/>
            </a:lvl6pPr>
            <a:lvl7pPr lvl="6" algn="l">
              <a:lnSpc>
                <a:spcPct val="100000"/>
              </a:lnSpc>
              <a:spcBef>
                <a:spcPts val="0"/>
              </a:spcBef>
              <a:spcAft>
                <a:spcPts val="0"/>
              </a:spcAft>
              <a:buSzPts val="4900"/>
              <a:buNone/>
              <a:defRPr/>
            </a:lvl7pPr>
            <a:lvl8pPr lvl="7" algn="l">
              <a:lnSpc>
                <a:spcPct val="100000"/>
              </a:lnSpc>
              <a:spcBef>
                <a:spcPts val="0"/>
              </a:spcBef>
              <a:spcAft>
                <a:spcPts val="0"/>
              </a:spcAft>
              <a:buSzPts val="4900"/>
              <a:buNone/>
              <a:defRPr/>
            </a:lvl8pPr>
            <a:lvl9pPr lvl="8" algn="l">
              <a:lnSpc>
                <a:spcPct val="100000"/>
              </a:lnSpc>
              <a:spcBef>
                <a:spcPts val="0"/>
              </a:spcBef>
              <a:spcAft>
                <a:spcPts val="0"/>
              </a:spcAft>
              <a:buSzPts val="4900"/>
              <a:buNone/>
              <a:defRPr/>
            </a:lvl9pPr>
          </a:lstStyle>
          <a:p>
            <a:endParaRPr/>
          </a:p>
        </p:txBody>
      </p:sp>
      <p:sp>
        <p:nvSpPr>
          <p:cNvPr id="27" name="Google Shape;27;p90"/>
          <p:cNvSpPr txBox="1">
            <a:spLocks noGrp="1"/>
          </p:cNvSpPr>
          <p:nvPr>
            <p:ph type="sldNum" idx="12"/>
          </p:nvPr>
        </p:nvSpPr>
        <p:spPr>
          <a:xfrm>
            <a:off x="16944916" y="9326434"/>
            <a:ext cx="1097400" cy="786900"/>
          </a:xfrm>
          <a:prstGeom prst="rect">
            <a:avLst/>
          </a:prstGeom>
          <a:noFill/>
          <a:ln>
            <a:noFill/>
          </a:ln>
        </p:spPr>
        <p:txBody>
          <a:bodyPr spcFirstLastPara="1" wrap="square" lIns="159675" tIns="159675" rIns="159675" bIns="1596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91"/>
          <p:cNvSpPr txBox="1">
            <a:spLocks noGrp="1"/>
          </p:cNvSpPr>
          <p:nvPr>
            <p:ph type="title"/>
          </p:nvPr>
        </p:nvSpPr>
        <p:spPr>
          <a:xfrm>
            <a:off x="623400" y="1111200"/>
            <a:ext cx="5616000" cy="1511700"/>
          </a:xfrm>
          <a:prstGeom prst="rect">
            <a:avLst/>
          </a:prstGeom>
          <a:noFill/>
          <a:ln>
            <a:noFill/>
          </a:ln>
        </p:spPr>
        <p:txBody>
          <a:bodyPr spcFirstLastPara="1" wrap="square" lIns="159675" tIns="159675" rIns="159675" bIns="159675" anchor="b" anchorCtr="0">
            <a:normAutofit/>
          </a:bodyPr>
          <a:lstStyle>
            <a:lvl1pPr lvl="0" algn="l">
              <a:lnSpc>
                <a:spcPct val="100000"/>
              </a:lnSpc>
              <a:spcBef>
                <a:spcPts val="0"/>
              </a:spcBef>
              <a:spcAft>
                <a:spcPts val="0"/>
              </a:spcAft>
              <a:buSzPts val="4300"/>
              <a:buNone/>
              <a:defRPr sz="4300"/>
            </a:lvl1pPr>
            <a:lvl2pPr lvl="1" algn="l">
              <a:lnSpc>
                <a:spcPct val="100000"/>
              </a:lnSpc>
              <a:spcBef>
                <a:spcPts val="0"/>
              </a:spcBef>
              <a:spcAft>
                <a:spcPts val="0"/>
              </a:spcAft>
              <a:buSzPts val="4300"/>
              <a:buNone/>
              <a:defRPr sz="4300"/>
            </a:lvl2pPr>
            <a:lvl3pPr lvl="2" algn="l">
              <a:lnSpc>
                <a:spcPct val="100000"/>
              </a:lnSpc>
              <a:spcBef>
                <a:spcPts val="0"/>
              </a:spcBef>
              <a:spcAft>
                <a:spcPts val="0"/>
              </a:spcAft>
              <a:buSzPts val="4300"/>
              <a:buNone/>
              <a:defRPr sz="4300"/>
            </a:lvl3pPr>
            <a:lvl4pPr lvl="3" algn="l">
              <a:lnSpc>
                <a:spcPct val="100000"/>
              </a:lnSpc>
              <a:spcBef>
                <a:spcPts val="0"/>
              </a:spcBef>
              <a:spcAft>
                <a:spcPts val="0"/>
              </a:spcAft>
              <a:buSzPts val="4300"/>
              <a:buNone/>
              <a:defRPr sz="4300"/>
            </a:lvl4pPr>
            <a:lvl5pPr lvl="4" algn="l">
              <a:lnSpc>
                <a:spcPct val="100000"/>
              </a:lnSpc>
              <a:spcBef>
                <a:spcPts val="0"/>
              </a:spcBef>
              <a:spcAft>
                <a:spcPts val="0"/>
              </a:spcAft>
              <a:buSzPts val="4300"/>
              <a:buNone/>
              <a:defRPr sz="4300"/>
            </a:lvl5pPr>
            <a:lvl6pPr lvl="5" algn="l">
              <a:lnSpc>
                <a:spcPct val="100000"/>
              </a:lnSpc>
              <a:spcBef>
                <a:spcPts val="0"/>
              </a:spcBef>
              <a:spcAft>
                <a:spcPts val="0"/>
              </a:spcAft>
              <a:buSzPts val="4300"/>
              <a:buNone/>
              <a:defRPr sz="4300"/>
            </a:lvl6pPr>
            <a:lvl7pPr lvl="6" algn="l">
              <a:lnSpc>
                <a:spcPct val="100000"/>
              </a:lnSpc>
              <a:spcBef>
                <a:spcPts val="0"/>
              </a:spcBef>
              <a:spcAft>
                <a:spcPts val="0"/>
              </a:spcAft>
              <a:buSzPts val="4300"/>
              <a:buNone/>
              <a:defRPr sz="4300"/>
            </a:lvl7pPr>
            <a:lvl8pPr lvl="7" algn="l">
              <a:lnSpc>
                <a:spcPct val="100000"/>
              </a:lnSpc>
              <a:spcBef>
                <a:spcPts val="0"/>
              </a:spcBef>
              <a:spcAft>
                <a:spcPts val="0"/>
              </a:spcAft>
              <a:buSzPts val="4300"/>
              <a:buNone/>
              <a:defRPr sz="4300"/>
            </a:lvl8pPr>
            <a:lvl9pPr lvl="8" algn="l">
              <a:lnSpc>
                <a:spcPct val="100000"/>
              </a:lnSpc>
              <a:spcBef>
                <a:spcPts val="0"/>
              </a:spcBef>
              <a:spcAft>
                <a:spcPts val="0"/>
              </a:spcAft>
              <a:buSzPts val="4300"/>
              <a:buNone/>
              <a:defRPr sz="4300"/>
            </a:lvl9pPr>
          </a:lstStyle>
          <a:p>
            <a:endParaRPr/>
          </a:p>
        </p:txBody>
      </p:sp>
      <p:sp>
        <p:nvSpPr>
          <p:cNvPr id="30" name="Google Shape;30;p91"/>
          <p:cNvSpPr txBox="1">
            <a:spLocks noGrp="1"/>
          </p:cNvSpPr>
          <p:nvPr>
            <p:ph type="body" idx="1"/>
          </p:nvPr>
        </p:nvSpPr>
        <p:spPr>
          <a:xfrm>
            <a:off x="623400" y="2779200"/>
            <a:ext cx="5616000" cy="6359100"/>
          </a:xfrm>
          <a:prstGeom prst="rect">
            <a:avLst/>
          </a:prstGeom>
          <a:noFill/>
          <a:ln>
            <a:noFill/>
          </a:ln>
        </p:spPr>
        <p:txBody>
          <a:bodyPr spcFirstLastPara="1" wrap="square" lIns="159675" tIns="159675" rIns="159675" bIns="159675" anchor="t" anchorCtr="0">
            <a:normAutofit/>
          </a:bodyPr>
          <a:lstStyle>
            <a:lvl1pPr marL="457200" lvl="0" indent="-361950" algn="l">
              <a:lnSpc>
                <a:spcPct val="115000"/>
              </a:lnSpc>
              <a:spcBef>
                <a:spcPts val="0"/>
              </a:spcBef>
              <a:spcAft>
                <a:spcPts val="0"/>
              </a:spcAft>
              <a:buSzPts val="2100"/>
              <a:buChar char="●"/>
              <a:defRPr sz="2100"/>
            </a:lvl1pPr>
            <a:lvl2pPr marL="914400" lvl="1" indent="-361950" algn="l">
              <a:lnSpc>
                <a:spcPct val="115000"/>
              </a:lnSpc>
              <a:spcBef>
                <a:spcPts val="0"/>
              </a:spcBef>
              <a:spcAft>
                <a:spcPts val="0"/>
              </a:spcAft>
              <a:buSzPts val="2100"/>
              <a:buChar char="○"/>
              <a:defRPr sz="2100"/>
            </a:lvl2pPr>
            <a:lvl3pPr marL="1371600" lvl="2" indent="-361950" algn="l">
              <a:lnSpc>
                <a:spcPct val="115000"/>
              </a:lnSpc>
              <a:spcBef>
                <a:spcPts val="0"/>
              </a:spcBef>
              <a:spcAft>
                <a:spcPts val="0"/>
              </a:spcAft>
              <a:buSzPts val="2100"/>
              <a:buChar char="■"/>
              <a:defRPr sz="2100"/>
            </a:lvl3pPr>
            <a:lvl4pPr marL="1828800" lvl="3" indent="-361950" algn="l">
              <a:lnSpc>
                <a:spcPct val="115000"/>
              </a:lnSpc>
              <a:spcBef>
                <a:spcPts val="0"/>
              </a:spcBef>
              <a:spcAft>
                <a:spcPts val="0"/>
              </a:spcAft>
              <a:buSzPts val="2100"/>
              <a:buChar char="●"/>
              <a:defRPr sz="2100"/>
            </a:lvl4pPr>
            <a:lvl5pPr marL="2286000" lvl="4" indent="-361950" algn="l">
              <a:lnSpc>
                <a:spcPct val="115000"/>
              </a:lnSpc>
              <a:spcBef>
                <a:spcPts val="0"/>
              </a:spcBef>
              <a:spcAft>
                <a:spcPts val="0"/>
              </a:spcAft>
              <a:buSzPts val="2100"/>
              <a:buChar char="○"/>
              <a:defRPr sz="2100"/>
            </a:lvl5pPr>
            <a:lvl6pPr marL="2743200" lvl="5" indent="-361950" algn="l">
              <a:lnSpc>
                <a:spcPct val="115000"/>
              </a:lnSpc>
              <a:spcBef>
                <a:spcPts val="0"/>
              </a:spcBef>
              <a:spcAft>
                <a:spcPts val="0"/>
              </a:spcAft>
              <a:buSzPts val="2100"/>
              <a:buChar char="■"/>
              <a:defRPr sz="2100"/>
            </a:lvl6pPr>
            <a:lvl7pPr marL="3200400" lvl="6" indent="-361950" algn="l">
              <a:lnSpc>
                <a:spcPct val="115000"/>
              </a:lnSpc>
              <a:spcBef>
                <a:spcPts val="0"/>
              </a:spcBef>
              <a:spcAft>
                <a:spcPts val="0"/>
              </a:spcAft>
              <a:buSzPts val="2100"/>
              <a:buChar char="●"/>
              <a:defRPr sz="2100"/>
            </a:lvl7pPr>
            <a:lvl8pPr marL="3657600" lvl="7" indent="-361950" algn="l">
              <a:lnSpc>
                <a:spcPct val="115000"/>
              </a:lnSpc>
              <a:spcBef>
                <a:spcPts val="0"/>
              </a:spcBef>
              <a:spcAft>
                <a:spcPts val="0"/>
              </a:spcAft>
              <a:buSzPts val="2100"/>
              <a:buChar char="○"/>
              <a:defRPr sz="2100"/>
            </a:lvl8pPr>
            <a:lvl9pPr marL="4114800" lvl="8" indent="-361950" algn="l">
              <a:lnSpc>
                <a:spcPct val="115000"/>
              </a:lnSpc>
              <a:spcBef>
                <a:spcPts val="0"/>
              </a:spcBef>
              <a:spcAft>
                <a:spcPts val="0"/>
              </a:spcAft>
              <a:buSzPts val="2100"/>
              <a:buChar char="■"/>
              <a:defRPr sz="2100"/>
            </a:lvl9pPr>
          </a:lstStyle>
          <a:p>
            <a:endParaRPr/>
          </a:p>
        </p:txBody>
      </p:sp>
      <p:sp>
        <p:nvSpPr>
          <p:cNvPr id="31" name="Google Shape;31;p91"/>
          <p:cNvSpPr txBox="1">
            <a:spLocks noGrp="1"/>
          </p:cNvSpPr>
          <p:nvPr>
            <p:ph type="sldNum" idx="12"/>
          </p:nvPr>
        </p:nvSpPr>
        <p:spPr>
          <a:xfrm>
            <a:off x="16944916" y="9326434"/>
            <a:ext cx="1097400" cy="786900"/>
          </a:xfrm>
          <a:prstGeom prst="rect">
            <a:avLst/>
          </a:prstGeom>
          <a:noFill/>
          <a:ln>
            <a:noFill/>
          </a:ln>
        </p:spPr>
        <p:txBody>
          <a:bodyPr spcFirstLastPara="1" wrap="square" lIns="159675" tIns="159675" rIns="159675" bIns="1596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92"/>
          <p:cNvSpPr txBox="1">
            <a:spLocks noGrp="1"/>
          </p:cNvSpPr>
          <p:nvPr>
            <p:ph type="title"/>
          </p:nvPr>
        </p:nvSpPr>
        <p:spPr>
          <a:xfrm>
            <a:off x="980500" y="900300"/>
            <a:ext cx="12735900" cy="8181600"/>
          </a:xfrm>
          <a:prstGeom prst="rect">
            <a:avLst/>
          </a:prstGeom>
          <a:noFill/>
          <a:ln>
            <a:noFill/>
          </a:ln>
        </p:spPr>
        <p:txBody>
          <a:bodyPr spcFirstLastPara="1" wrap="square" lIns="159675" tIns="159675" rIns="159675" bIns="159675" anchor="ctr" anchorCtr="0">
            <a:normAutofit/>
          </a:bodyPr>
          <a:lstStyle>
            <a:lvl1pPr lvl="0" algn="l">
              <a:lnSpc>
                <a:spcPct val="100000"/>
              </a:lnSpc>
              <a:spcBef>
                <a:spcPts val="0"/>
              </a:spcBef>
              <a:spcAft>
                <a:spcPts val="0"/>
              </a:spcAft>
              <a:buSzPts val="8400"/>
              <a:buNone/>
              <a:defRPr sz="8400"/>
            </a:lvl1pPr>
            <a:lvl2pPr lvl="1" algn="l">
              <a:lnSpc>
                <a:spcPct val="100000"/>
              </a:lnSpc>
              <a:spcBef>
                <a:spcPts val="0"/>
              </a:spcBef>
              <a:spcAft>
                <a:spcPts val="0"/>
              </a:spcAft>
              <a:buSzPts val="8400"/>
              <a:buNone/>
              <a:defRPr sz="8400"/>
            </a:lvl2pPr>
            <a:lvl3pPr lvl="2" algn="l">
              <a:lnSpc>
                <a:spcPct val="100000"/>
              </a:lnSpc>
              <a:spcBef>
                <a:spcPts val="0"/>
              </a:spcBef>
              <a:spcAft>
                <a:spcPts val="0"/>
              </a:spcAft>
              <a:buSzPts val="8400"/>
              <a:buNone/>
              <a:defRPr sz="8400"/>
            </a:lvl3pPr>
            <a:lvl4pPr lvl="3" algn="l">
              <a:lnSpc>
                <a:spcPct val="100000"/>
              </a:lnSpc>
              <a:spcBef>
                <a:spcPts val="0"/>
              </a:spcBef>
              <a:spcAft>
                <a:spcPts val="0"/>
              </a:spcAft>
              <a:buSzPts val="8400"/>
              <a:buNone/>
              <a:defRPr sz="8400"/>
            </a:lvl4pPr>
            <a:lvl5pPr lvl="4" algn="l">
              <a:lnSpc>
                <a:spcPct val="100000"/>
              </a:lnSpc>
              <a:spcBef>
                <a:spcPts val="0"/>
              </a:spcBef>
              <a:spcAft>
                <a:spcPts val="0"/>
              </a:spcAft>
              <a:buSzPts val="8400"/>
              <a:buNone/>
              <a:defRPr sz="8400"/>
            </a:lvl5pPr>
            <a:lvl6pPr lvl="5" algn="l">
              <a:lnSpc>
                <a:spcPct val="100000"/>
              </a:lnSpc>
              <a:spcBef>
                <a:spcPts val="0"/>
              </a:spcBef>
              <a:spcAft>
                <a:spcPts val="0"/>
              </a:spcAft>
              <a:buSzPts val="8400"/>
              <a:buNone/>
              <a:defRPr sz="8400"/>
            </a:lvl6pPr>
            <a:lvl7pPr lvl="6" algn="l">
              <a:lnSpc>
                <a:spcPct val="100000"/>
              </a:lnSpc>
              <a:spcBef>
                <a:spcPts val="0"/>
              </a:spcBef>
              <a:spcAft>
                <a:spcPts val="0"/>
              </a:spcAft>
              <a:buSzPts val="8400"/>
              <a:buNone/>
              <a:defRPr sz="8400"/>
            </a:lvl7pPr>
            <a:lvl8pPr lvl="7" algn="l">
              <a:lnSpc>
                <a:spcPct val="100000"/>
              </a:lnSpc>
              <a:spcBef>
                <a:spcPts val="0"/>
              </a:spcBef>
              <a:spcAft>
                <a:spcPts val="0"/>
              </a:spcAft>
              <a:buSzPts val="8400"/>
              <a:buNone/>
              <a:defRPr sz="8400"/>
            </a:lvl8pPr>
            <a:lvl9pPr lvl="8" algn="l">
              <a:lnSpc>
                <a:spcPct val="100000"/>
              </a:lnSpc>
              <a:spcBef>
                <a:spcPts val="0"/>
              </a:spcBef>
              <a:spcAft>
                <a:spcPts val="0"/>
              </a:spcAft>
              <a:buSzPts val="8400"/>
              <a:buNone/>
              <a:defRPr sz="8400"/>
            </a:lvl9pPr>
          </a:lstStyle>
          <a:p>
            <a:endParaRPr/>
          </a:p>
        </p:txBody>
      </p:sp>
      <p:sp>
        <p:nvSpPr>
          <p:cNvPr id="34" name="Google Shape;34;p92"/>
          <p:cNvSpPr txBox="1">
            <a:spLocks noGrp="1"/>
          </p:cNvSpPr>
          <p:nvPr>
            <p:ph type="sldNum" idx="12"/>
          </p:nvPr>
        </p:nvSpPr>
        <p:spPr>
          <a:xfrm>
            <a:off x="16944916" y="9326434"/>
            <a:ext cx="1097400" cy="786900"/>
          </a:xfrm>
          <a:prstGeom prst="rect">
            <a:avLst/>
          </a:prstGeom>
          <a:noFill/>
          <a:ln>
            <a:noFill/>
          </a:ln>
        </p:spPr>
        <p:txBody>
          <a:bodyPr spcFirstLastPara="1" wrap="square" lIns="159675" tIns="159675" rIns="159675" bIns="1596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3"/>
          <p:cNvSpPr/>
          <p:nvPr/>
        </p:nvSpPr>
        <p:spPr>
          <a:xfrm>
            <a:off x="9144000" y="-250"/>
            <a:ext cx="9144000" cy="10287000"/>
          </a:xfrm>
          <a:prstGeom prst="rect">
            <a:avLst/>
          </a:prstGeom>
          <a:solidFill>
            <a:schemeClr val="lt2"/>
          </a:solidFill>
          <a:ln>
            <a:noFill/>
          </a:ln>
        </p:spPr>
        <p:txBody>
          <a:bodyPr spcFirstLastPara="1" wrap="square" lIns="159675" tIns="159675" rIns="159675" bIns="1596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3"/>
          <p:cNvSpPr txBox="1">
            <a:spLocks noGrp="1"/>
          </p:cNvSpPr>
          <p:nvPr>
            <p:ph type="title"/>
          </p:nvPr>
        </p:nvSpPr>
        <p:spPr>
          <a:xfrm>
            <a:off x="531000" y="2466350"/>
            <a:ext cx="8090400" cy="2964600"/>
          </a:xfrm>
          <a:prstGeom prst="rect">
            <a:avLst/>
          </a:prstGeom>
          <a:noFill/>
          <a:ln>
            <a:noFill/>
          </a:ln>
        </p:spPr>
        <p:txBody>
          <a:bodyPr spcFirstLastPara="1" wrap="square" lIns="159675" tIns="159675" rIns="159675" bIns="159675" anchor="b" anchorCtr="0">
            <a:normAutofit/>
          </a:bodyPr>
          <a:lstStyle>
            <a:lvl1pPr lvl="0" algn="ctr">
              <a:lnSpc>
                <a:spcPct val="100000"/>
              </a:lnSpc>
              <a:spcBef>
                <a:spcPts val="0"/>
              </a:spcBef>
              <a:spcAft>
                <a:spcPts val="0"/>
              </a:spcAft>
              <a:buSzPts val="7300"/>
              <a:buNone/>
              <a:defRPr sz="7300"/>
            </a:lvl1pPr>
            <a:lvl2pPr lvl="1" algn="ctr">
              <a:lnSpc>
                <a:spcPct val="100000"/>
              </a:lnSpc>
              <a:spcBef>
                <a:spcPts val="0"/>
              </a:spcBef>
              <a:spcAft>
                <a:spcPts val="0"/>
              </a:spcAft>
              <a:buSzPts val="7300"/>
              <a:buNone/>
              <a:defRPr sz="7300"/>
            </a:lvl2pPr>
            <a:lvl3pPr lvl="2" algn="ctr">
              <a:lnSpc>
                <a:spcPct val="100000"/>
              </a:lnSpc>
              <a:spcBef>
                <a:spcPts val="0"/>
              </a:spcBef>
              <a:spcAft>
                <a:spcPts val="0"/>
              </a:spcAft>
              <a:buSzPts val="7300"/>
              <a:buNone/>
              <a:defRPr sz="7300"/>
            </a:lvl3pPr>
            <a:lvl4pPr lvl="3" algn="ctr">
              <a:lnSpc>
                <a:spcPct val="100000"/>
              </a:lnSpc>
              <a:spcBef>
                <a:spcPts val="0"/>
              </a:spcBef>
              <a:spcAft>
                <a:spcPts val="0"/>
              </a:spcAft>
              <a:buSzPts val="7300"/>
              <a:buNone/>
              <a:defRPr sz="7300"/>
            </a:lvl4pPr>
            <a:lvl5pPr lvl="4" algn="ctr">
              <a:lnSpc>
                <a:spcPct val="100000"/>
              </a:lnSpc>
              <a:spcBef>
                <a:spcPts val="0"/>
              </a:spcBef>
              <a:spcAft>
                <a:spcPts val="0"/>
              </a:spcAft>
              <a:buSzPts val="7300"/>
              <a:buNone/>
              <a:defRPr sz="7300"/>
            </a:lvl5pPr>
            <a:lvl6pPr lvl="5" algn="ctr">
              <a:lnSpc>
                <a:spcPct val="100000"/>
              </a:lnSpc>
              <a:spcBef>
                <a:spcPts val="0"/>
              </a:spcBef>
              <a:spcAft>
                <a:spcPts val="0"/>
              </a:spcAft>
              <a:buSzPts val="7300"/>
              <a:buNone/>
              <a:defRPr sz="7300"/>
            </a:lvl6pPr>
            <a:lvl7pPr lvl="6" algn="ctr">
              <a:lnSpc>
                <a:spcPct val="100000"/>
              </a:lnSpc>
              <a:spcBef>
                <a:spcPts val="0"/>
              </a:spcBef>
              <a:spcAft>
                <a:spcPts val="0"/>
              </a:spcAft>
              <a:buSzPts val="7300"/>
              <a:buNone/>
              <a:defRPr sz="7300"/>
            </a:lvl7pPr>
            <a:lvl8pPr lvl="7" algn="ctr">
              <a:lnSpc>
                <a:spcPct val="100000"/>
              </a:lnSpc>
              <a:spcBef>
                <a:spcPts val="0"/>
              </a:spcBef>
              <a:spcAft>
                <a:spcPts val="0"/>
              </a:spcAft>
              <a:buSzPts val="7300"/>
              <a:buNone/>
              <a:defRPr sz="7300"/>
            </a:lvl8pPr>
            <a:lvl9pPr lvl="8" algn="ctr">
              <a:lnSpc>
                <a:spcPct val="100000"/>
              </a:lnSpc>
              <a:spcBef>
                <a:spcPts val="0"/>
              </a:spcBef>
              <a:spcAft>
                <a:spcPts val="0"/>
              </a:spcAft>
              <a:buSzPts val="7300"/>
              <a:buNone/>
              <a:defRPr sz="7300"/>
            </a:lvl9pPr>
          </a:lstStyle>
          <a:p>
            <a:endParaRPr/>
          </a:p>
        </p:txBody>
      </p:sp>
      <p:sp>
        <p:nvSpPr>
          <p:cNvPr id="38" name="Google Shape;38;p93"/>
          <p:cNvSpPr txBox="1">
            <a:spLocks noGrp="1"/>
          </p:cNvSpPr>
          <p:nvPr>
            <p:ph type="subTitle" idx="1"/>
          </p:nvPr>
        </p:nvSpPr>
        <p:spPr>
          <a:xfrm>
            <a:off x="531000" y="5606150"/>
            <a:ext cx="8090400" cy="2469900"/>
          </a:xfrm>
          <a:prstGeom prst="rect">
            <a:avLst/>
          </a:prstGeom>
          <a:noFill/>
          <a:ln>
            <a:noFill/>
          </a:ln>
        </p:spPr>
        <p:txBody>
          <a:bodyPr spcFirstLastPara="1" wrap="square" lIns="159675" tIns="159675" rIns="159675" bIns="159675" anchor="t"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9" name="Google Shape;39;p93"/>
          <p:cNvSpPr txBox="1">
            <a:spLocks noGrp="1"/>
          </p:cNvSpPr>
          <p:nvPr>
            <p:ph type="body" idx="2"/>
          </p:nvPr>
        </p:nvSpPr>
        <p:spPr>
          <a:xfrm>
            <a:off x="9879000" y="1448150"/>
            <a:ext cx="7674300" cy="7389900"/>
          </a:xfrm>
          <a:prstGeom prst="rect">
            <a:avLst/>
          </a:prstGeom>
          <a:noFill/>
          <a:ln>
            <a:noFill/>
          </a:ln>
        </p:spPr>
        <p:txBody>
          <a:bodyPr spcFirstLastPara="1" wrap="square" lIns="159675" tIns="159675" rIns="159675" bIns="159675" anchor="ctr" anchorCtr="0">
            <a:normAutofit/>
          </a:bodyPr>
          <a:lstStyle>
            <a:lvl1pPr marL="457200" lvl="0" indent="-431800" algn="l">
              <a:lnSpc>
                <a:spcPct val="115000"/>
              </a:lnSpc>
              <a:spcBef>
                <a:spcPts val="0"/>
              </a:spcBef>
              <a:spcAft>
                <a:spcPts val="0"/>
              </a:spcAft>
              <a:buSzPts val="3200"/>
              <a:buChar char="●"/>
              <a:defRPr/>
            </a:lvl1pPr>
            <a:lvl2pPr marL="914400" lvl="1" indent="-381000" algn="l">
              <a:lnSpc>
                <a:spcPct val="115000"/>
              </a:lnSpc>
              <a:spcBef>
                <a:spcPts val="0"/>
              </a:spcBef>
              <a:spcAft>
                <a:spcPts val="0"/>
              </a:spcAft>
              <a:buSzPts val="2400"/>
              <a:buChar char="○"/>
              <a:defRPr/>
            </a:lvl2pPr>
            <a:lvl3pPr marL="1371600" lvl="2" indent="-381000" algn="l">
              <a:lnSpc>
                <a:spcPct val="115000"/>
              </a:lnSpc>
              <a:spcBef>
                <a:spcPts val="0"/>
              </a:spcBef>
              <a:spcAft>
                <a:spcPts val="0"/>
              </a:spcAft>
              <a:buSzPts val="2400"/>
              <a:buChar char="■"/>
              <a:defRPr/>
            </a:lvl3pPr>
            <a:lvl4pPr marL="1828800" lvl="3" indent="-381000" algn="l">
              <a:lnSpc>
                <a:spcPct val="115000"/>
              </a:lnSpc>
              <a:spcBef>
                <a:spcPts val="0"/>
              </a:spcBef>
              <a:spcAft>
                <a:spcPts val="0"/>
              </a:spcAft>
              <a:buSzPts val="2400"/>
              <a:buChar char="●"/>
              <a:defRPr/>
            </a:lvl4pPr>
            <a:lvl5pPr marL="2286000" lvl="4" indent="-381000" algn="l">
              <a:lnSpc>
                <a:spcPct val="115000"/>
              </a:lnSpc>
              <a:spcBef>
                <a:spcPts val="0"/>
              </a:spcBef>
              <a:spcAft>
                <a:spcPts val="0"/>
              </a:spcAft>
              <a:buSzPts val="2400"/>
              <a:buChar char="○"/>
              <a:defRPr/>
            </a:lvl5pPr>
            <a:lvl6pPr marL="2743200" lvl="5" indent="-381000" algn="l">
              <a:lnSpc>
                <a:spcPct val="115000"/>
              </a:lnSpc>
              <a:spcBef>
                <a:spcPts val="0"/>
              </a:spcBef>
              <a:spcAft>
                <a:spcPts val="0"/>
              </a:spcAft>
              <a:buSzPts val="2400"/>
              <a:buChar char="■"/>
              <a:defRPr/>
            </a:lvl6pPr>
            <a:lvl7pPr marL="3200400" lvl="6" indent="-381000" algn="l">
              <a:lnSpc>
                <a:spcPct val="115000"/>
              </a:lnSpc>
              <a:spcBef>
                <a:spcPts val="0"/>
              </a:spcBef>
              <a:spcAft>
                <a:spcPts val="0"/>
              </a:spcAft>
              <a:buSzPts val="2400"/>
              <a:buChar char="●"/>
              <a:defRPr/>
            </a:lvl7pPr>
            <a:lvl8pPr marL="3657600" lvl="7" indent="-381000" algn="l">
              <a:lnSpc>
                <a:spcPct val="115000"/>
              </a:lnSpc>
              <a:spcBef>
                <a:spcPts val="0"/>
              </a:spcBef>
              <a:spcAft>
                <a:spcPts val="0"/>
              </a:spcAft>
              <a:buSzPts val="2400"/>
              <a:buChar char="○"/>
              <a:defRPr/>
            </a:lvl8pPr>
            <a:lvl9pPr marL="4114800" lvl="8" indent="-381000" algn="l">
              <a:lnSpc>
                <a:spcPct val="115000"/>
              </a:lnSpc>
              <a:spcBef>
                <a:spcPts val="0"/>
              </a:spcBef>
              <a:spcAft>
                <a:spcPts val="0"/>
              </a:spcAft>
              <a:buSzPts val="2400"/>
              <a:buChar char="■"/>
              <a:defRPr/>
            </a:lvl9pPr>
          </a:lstStyle>
          <a:p>
            <a:endParaRPr/>
          </a:p>
        </p:txBody>
      </p:sp>
      <p:sp>
        <p:nvSpPr>
          <p:cNvPr id="40" name="Google Shape;40;p93"/>
          <p:cNvSpPr txBox="1">
            <a:spLocks noGrp="1"/>
          </p:cNvSpPr>
          <p:nvPr>
            <p:ph type="sldNum" idx="12"/>
          </p:nvPr>
        </p:nvSpPr>
        <p:spPr>
          <a:xfrm>
            <a:off x="16944916" y="9326434"/>
            <a:ext cx="1097400" cy="786900"/>
          </a:xfrm>
          <a:prstGeom prst="rect">
            <a:avLst/>
          </a:prstGeom>
          <a:noFill/>
          <a:ln>
            <a:noFill/>
          </a:ln>
        </p:spPr>
        <p:txBody>
          <a:bodyPr spcFirstLastPara="1" wrap="square" lIns="159675" tIns="159675" rIns="159675" bIns="1596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94"/>
          <p:cNvSpPr txBox="1">
            <a:spLocks noGrp="1"/>
          </p:cNvSpPr>
          <p:nvPr>
            <p:ph type="body" idx="1"/>
          </p:nvPr>
        </p:nvSpPr>
        <p:spPr>
          <a:xfrm>
            <a:off x="623400" y="8461150"/>
            <a:ext cx="11997600" cy="1210500"/>
          </a:xfrm>
          <a:prstGeom prst="rect">
            <a:avLst/>
          </a:prstGeom>
          <a:noFill/>
          <a:ln>
            <a:noFill/>
          </a:ln>
        </p:spPr>
        <p:txBody>
          <a:bodyPr spcFirstLastPara="1" wrap="square" lIns="159675" tIns="159675" rIns="159675" bIns="159675" anchor="ctr" anchorCtr="0">
            <a:normAutofit/>
          </a:bodyPr>
          <a:lstStyle>
            <a:lvl1pPr marL="457200" lvl="0" indent="-228600" algn="l">
              <a:lnSpc>
                <a:spcPct val="100000"/>
              </a:lnSpc>
              <a:spcBef>
                <a:spcPts val="0"/>
              </a:spcBef>
              <a:spcAft>
                <a:spcPts val="0"/>
              </a:spcAft>
              <a:buSzPts val="3200"/>
              <a:buNone/>
              <a:defRPr/>
            </a:lvl1pPr>
          </a:lstStyle>
          <a:p>
            <a:endParaRPr/>
          </a:p>
        </p:txBody>
      </p:sp>
      <p:sp>
        <p:nvSpPr>
          <p:cNvPr id="43" name="Google Shape;43;p94"/>
          <p:cNvSpPr txBox="1">
            <a:spLocks noGrp="1"/>
          </p:cNvSpPr>
          <p:nvPr>
            <p:ph type="sldNum" idx="12"/>
          </p:nvPr>
        </p:nvSpPr>
        <p:spPr>
          <a:xfrm>
            <a:off x="16944916" y="9326434"/>
            <a:ext cx="1097400" cy="786900"/>
          </a:xfrm>
          <a:prstGeom prst="rect">
            <a:avLst/>
          </a:prstGeom>
          <a:noFill/>
          <a:ln>
            <a:noFill/>
          </a:ln>
        </p:spPr>
        <p:txBody>
          <a:bodyPr spcFirstLastPara="1" wrap="square" lIns="159675" tIns="159675" rIns="159675" bIns="1596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95"/>
          <p:cNvSpPr txBox="1">
            <a:spLocks noGrp="1"/>
          </p:cNvSpPr>
          <p:nvPr>
            <p:ph type="title" hasCustomPrompt="1"/>
          </p:nvPr>
        </p:nvSpPr>
        <p:spPr>
          <a:xfrm>
            <a:off x="623400" y="2212250"/>
            <a:ext cx="17040900" cy="3927000"/>
          </a:xfrm>
          <a:prstGeom prst="rect">
            <a:avLst/>
          </a:prstGeom>
          <a:noFill/>
          <a:ln>
            <a:noFill/>
          </a:ln>
        </p:spPr>
        <p:txBody>
          <a:bodyPr spcFirstLastPara="1" wrap="square" lIns="159675" tIns="159675" rIns="159675" bIns="159675" anchor="b" anchorCtr="0">
            <a:normAutofit/>
          </a:bodyPr>
          <a:lstStyle>
            <a:lvl1pPr lvl="0" algn="ctr">
              <a:lnSpc>
                <a:spcPct val="100000"/>
              </a:lnSpc>
              <a:spcBef>
                <a:spcPts val="0"/>
              </a:spcBef>
              <a:spcAft>
                <a:spcPts val="0"/>
              </a:spcAft>
              <a:buSzPts val="21000"/>
              <a:buNone/>
              <a:defRPr sz="21000"/>
            </a:lvl1pPr>
            <a:lvl2pPr lvl="1" algn="ctr">
              <a:lnSpc>
                <a:spcPct val="100000"/>
              </a:lnSpc>
              <a:spcBef>
                <a:spcPts val="0"/>
              </a:spcBef>
              <a:spcAft>
                <a:spcPts val="0"/>
              </a:spcAft>
              <a:buSzPts val="21000"/>
              <a:buNone/>
              <a:defRPr sz="21000"/>
            </a:lvl2pPr>
            <a:lvl3pPr lvl="2" algn="ctr">
              <a:lnSpc>
                <a:spcPct val="100000"/>
              </a:lnSpc>
              <a:spcBef>
                <a:spcPts val="0"/>
              </a:spcBef>
              <a:spcAft>
                <a:spcPts val="0"/>
              </a:spcAft>
              <a:buSzPts val="21000"/>
              <a:buNone/>
              <a:defRPr sz="21000"/>
            </a:lvl3pPr>
            <a:lvl4pPr lvl="3" algn="ctr">
              <a:lnSpc>
                <a:spcPct val="100000"/>
              </a:lnSpc>
              <a:spcBef>
                <a:spcPts val="0"/>
              </a:spcBef>
              <a:spcAft>
                <a:spcPts val="0"/>
              </a:spcAft>
              <a:buSzPts val="21000"/>
              <a:buNone/>
              <a:defRPr sz="21000"/>
            </a:lvl4pPr>
            <a:lvl5pPr lvl="4" algn="ctr">
              <a:lnSpc>
                <a:spcPct val="100000"/>
              </a:lnSpc>
              <a:spcBef>
                <a:spcPts val="0"/>
              </a:spcBef>
              <a:spcAft>
                <a:spcPts val="0"/>
              </a:spcAft>
              <a:buSzPts val="21000"/>
              <a:buNone/>
              <a:defRPr sz="21000"/>
            </a:lvl5pPr>
            <a:lvl6pPr lvl="5" algn="ctr">
              <a:lnSpc>
                <a:spcPct val="100000"/>
              </a:lnSpc>
              <a:spcBef>
                <a:spcPts val="0"/>
              </a:spcBef>
              <a:spcAft>
                <a:spcPts val="0"/>
              </a:spcAft>
              <a:buSzPts val="21000"/>
              <a:buNone/>
              <a:defRPr sz="21000"/>
            </a:lvl6pPr>
            <a:lvl7pPr lvl="6" algn="ctr">
              <a:lnSpc>
                <a:spcPct val="100000"/>
              </a:lnSpc>
              <a:spcBef>
                <a:spcPts val="0"/>
              </a:spcBef>
              <a:spcAft>
                <a:spcPts val="0"/>
              </a:spcAft>
              <a:buSzPts val="21000"/>
              <a:buNone/>
              <a:defRPr sz="21000"/>
            </a:lvl7pPr>
            <a:lvl8pPr lvl="7" algn="ctr">
              <a:lnSpc>
                <a:spcPct val="100000"/>
              </a:lnSpc>
              <a:spcBef>
                <a:spcPts val="0"/>
              </a:spcBef>
              <a:spcAft>
                <a:spcPts val="0"/>
              </a:spcAft>
              <a:buSzPts val="21000"/>
              <a:buNone/>
              <a:defRPr sz="21000"/>
            </a:lvl8pPr>
            <a:lvl9pPr lvl="8" algn="ctr">
              <a:lnSpc>
                <a:spcPct val="100000"/>
              </a:lnSpc>
              <a:spcBef>
                <a:spcPts val="0"/>
              </a:spcBef>
              <a:spcAft>
                <a:spcPts val="0"/>
              </a:spcAft>
              <a:buSzPts val="21000"/>
              <a:buNone/>
              <a:defRPr sz="21000"/>
            </a:lvl9pPr>
          </a:lstStyle>
          <a:p>
            <a:r>
              <a:t>xx%</a:t>
            </a:r>
          </a:p>
        </p:txBody>
      </p:sp>
      <p:sp>
        <p:nvSpPr>
          <p:cNvPr id="46" name="Google Shape;46;p95"/>
          <p:cNvSpPr txBox="1">
            <a:spLocks noGrp="1"/>
          </p:cNvSpPr>
          <p:nvPr>
            <p:ph type="body" idx="1"/>
          </p:nvPr>
        </p:nvSpPr>
        <p:spPr>
          <a:xfrm>
            <a:off x="623400" y="6304450"/>
            <a:ext cx="17040900" cy="2601600"/>
          </a:xfrm>
          <a:prstGeom prst="rect">
            <a:avLst/>
          </a:prstGeom>
          <a:noFill/>
          <a:ln>
            <a:noFill/>
          </a:ln>
        </p:spPr>
        <p:txBody>
          <a:bodyPr spcFirstLastPara="1" wrap="square" lIns="159675" tIns="159675" rIns="159675" bIns="159675" anchor="t" anchorCtr="0">
            <a:normAutofit/>
          </a:bodyPr>
          <a:lstStyle>
            <a:lvl1pPr marL="457200" lvl="0" indent="-431800" algn="ctr">
              <a:lnSpc>
                <a:spcPct val="115000"/>
              </a:lnSpc>
              <a:spcBef>
                <a:spcPts val="0"/>
              </a:spcBef>
              <a:spcAft>
                <a:spcPts val="0"/>
              </a:spcAft>
              <a:buSzPts val="3200"/>
              <a:buChar char="●"/>
              <a:defRPr/>
            </a:lvl1pPr>
            <a:lvl2pPr marL="914400" lvl="1" indent="-381000" algn="ctr">
              <a:lnSpc>
                <a:spcPct val="115000"/>
              </a:lnSpc>
              <a:spcBef>
                <a:spcPts val="0"/>
              </a:spcBef>
              <a:spcAft>
                <a:spcPts val="0"/>
              </a:spcAft>
              <a:buSzPts val="2400"/>
              <a:buChar char="○"/>
              <a:defRPr/>
            </a:lvl2pPr>
            <a:lvl3pPr marL="1371600" lvl="2" indent="-381000" algn="ctr">
              <a:lnSpc>
                <a:spcPct val="115000"/>
              </a:lnSpc>
              <a:spcBef>
                <a:spcPts val="0"/>
              </a:spcBef>
              <a:spcAft>
                <a:spcPts val="0"/>
              </a:spcAft>
              <a:buSzPts val="2400"/>
              <a:buChar char="■"/>
              <a:defRPr/>
            </a:lvl3pPr>
            <a:lvl4pPr marL="1828800" lvl="3" indent="-381000" algn="ctr">
              <a:lnSpc>
                <a:spcPct val="115000"/>
              </a:lnSpc>
              <a:spcBef>
                <a:spcPts val="0"/>
              </a:spcBef>
              <a:spcAft>
                <a:spcPts val="0"/>
              </a:spcAft>
              <a:buSzPts val="2400"/>
              <a:buChar char="●"/>
              <a:defRPr/>
            </a:lvl4pPr>
            <a:lvl5pPr marL="2286000" lvl="4" indent="-381000" algn="ctr">
              <a:lnSpc>
                <a:spcPct val="115000"/>
              </a:lnSpc>
              <a:spcBef>
                <a:spcPts val="0"/>
              </a:spcBef>
              <a:spcAft>
                <a:spcPts val="0"/>
              </a:spcAft>
              <a:buSzPts val="2400"/>
              <a:buChar char="○"/>
              <a:defRPr/>
            </a:lvl5pPr>
            <a:lvl6pPr marL="2743200" lvl="5" indent="-381000" algn="ctr">
              <a:lnSpc>
                <a:spcPct val="115000"/>
              </a:lnSpc>
              <a:spcBef>
                <a:spcPts val="0"/>
              </a:spcBef>
              <a:spcAft>
                <a:spcPts val="0"/>
              </a:spcAft>
              <a:buSzPts val="2400"/>
              <a:buChar char="■"/>
              <a:defRPr/>
            </a:lvl6pPr>
            <a:lvl7pPr marL="3200400" lvl="6" indent="-381000" algn="ctr">
              <a:lnSpc>
                <a:spcPct val="115000"/>
              </a:lnSpc>
              <a:spcBef>
                <a:spcPts val="0"/>
              </a:spcBef>
              <a:spcAft>
                <a:spcPts val="0"/>
              </a:spcAft>
              <a:buSzPts val="2400"/>
              <a:buChar char="●"/>
              <a:defRPr/>
            </a:lvl7pPr>
            <a:lvl8pPr marL="3657600" lvl="7" indent="-381000" algn="ctr">
              <a:lnSpc>
                <a:spcPct val="115000"/>
              </a:lnSpc>
              <a:spcBef>
                <a:spcPts val="0"/>
              </a:spcBef>
              <a:spcAft>
                <a:spcPts val="0"/>
              </a:spcAft>
              <a:buSzPts val="2400"/>
              <a:buChar char="○"/>
              <a:defRPr/>
            </a:lvl8pPr>
            <a:lvl9pPr marL="4114800" lvl="8" indent="-381000" algn="ctr">
              <a:lnSpc>
                <a:spcPct val="115000"/>
              </a:lnSpc>
              <a:spcBef>
                <a:spcPts val="0"/>
              </a:spcBef>
              <a:spcAft>
                <a:spcPts val="0"/>
              </a:spcAft>
              <a:buSzPts val="2400"/>
              <a:buChar char="■"/>
              <a:defRPr/>
            </a:lvl9pPr>
          </a:lstStyle>
          <a:p>
            <a:endParaRPr/>
          </a:p>
        </p:txBody>
      </p:sp>
      <p:sp>
        <p:nvSpPr>
          <p:cNvPr id="47" name="Google Shape;47;p95"/>
          <p:cNvSpPr txBox="1">
            <a:spLocks noGrp="1"/>
          </p:cNvSpPr>
          <p:nvPr>
            <p:ph type="sldNum" idx="12"/>
          </p:nvPr>
        </p:nvSpPr>
        <p:spPr>
          <a:xfrm>
            <a:off x="16944916" y="9326434"/>
            <a:ext cx="1097400" cy="786900"/>
          </a:xfrm>
          <a:prstGeom prst="rect">
            <a:avLst/>
          </a:prstGeom>
          <a:noFill/>
          <a:ln>
            <a:noFill/>
          </a:ln>
        </p:spPr>
        <p:txBody>
          <a:bodyPr spcFirstLastPara="1" wrap="square" lIns="159675" tIns="159675" rIns="159675" bIns="1596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96"/>
          <p:cNvSpPr txBox="1">
            <a:spLocks noGrp="1"/>
          </p:cNvSpPr>
          <p:nvPr>
            <p:ph type="sldNum" idx="12"/>
          </p:nvPr>
        </p:nvSpPr>
        <p:spPr>
          <a:xfrm>
            <a:off x="16944916" y="9326434"/>
            <a:ext cx="1097400" cy="786900"/>
          </a:xfrm>
          <a:prstGeom prst="rect">
            <a:avLst/>
          </a:prstGeom>
          <a:noFill/>
          <a:ln>
            <a:noFill/>
          </a:ln>
        </p:spPr>
        <p:txBody>
          <a:bodyPr spcFirstLastPara="1" wrap="square" lIns="159675" tIns="159675" rIns="159675" bIns="159675" anchor="ctr" anchorCtr="0">
            <a:normAutofit/>
          </a:bodyPr>
          <a:lstStyle>
            <a:lvl1pPr marL="0" marR="0" lvl="0"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85"/>
          <p:cNvSpPr txBox="1">
            <a:spLocks noGrp="1"/>
          </p:cNvSpPr>
          <p:nvPr>
            <p:ph type="title"/>
          </p:nvPr>
        </p:nvSpPr>
        <p:spPr>
          <a:xfrm>
            <a:off x="623400" y="890050"/>
            <a:ext cx="17040900" cy="1145700"/>
          </a:xfrm>
          <a:prstGeom prst="rect">
            <a:avLst/>
          </a:prstGeom>
          <a:noFill/>
          <a:ln>
            <a:noFill/>
          </a:ln>
        </p:spPr>
        <p:txBody>
          <a:bodyPr spcFirstLastPara="1" wrap="square" lIns="159675" tIns="159675" rIns="159675" bIns="159675" anchor="t" anchorCtr="0">
            <a:normAutofit/>
          </a:bodyPr>
          <a:lstStyle>
            <a:lvl1pPr marR="0" lvl="0" algn="l" rtl="0">
              <a:lnSpc>
                <a:spcPct val="100000"/>
              </a:lnSpc>
              <a:spcBef>
                <a:spcPts val="0"/>
              </a:spcBef>
              <a:spcAft>
                <a:spcPts val="0"/>
              </a:spcAft>
              <a:buClr>
                <a:schemeClr val="dk1"/>
              </a:buClr>
              <a:buSzPts val="4900"/>
              <a:buFont typeface="Arial"/>
              <a:buNone/>
              <a:defRPr sz="4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4900"/>
              <a:buFont typeface="Arial"/>
              <a:buNone/>
              <a:defRPr sz="4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4900"/>
              <a:buFont typeface="Arial"/>
              <a:buNone/>
              <a:defRPr sz="4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4900"/>
              <a:buFont typeface="Arial"/>
              <a:buNone/>
              <a:defRPr sz="4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4900"/>
              <a:buFont typeface="Arial"/>
              <a:buNone/>
              <a:defRPr sz="4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4900"/>
              <a:buFont typeface="Arial"/>
              <a:buNone/>
              <a:defRPr sz="4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4900"/>
              <a:buFont typeface="Arial"/>
              <a:buNone/>
              <a:defRPr sz="4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4900"/>
              <a:buFont typeface="Arial"/>
              <a:buNone/>
              <a:defRPr sz="4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4900"/>
              <a:buFont typeface="Arial"/>
              <a:buNone/>
              <a:defRPr sz="4900" b="0" i="0" u="none" strike="noStrike" cap="none">
                <a:solidFill>
                  <a:schemeClr val="dk1"/>
                </a:solidFill>
                <a:latin typeface="Arial"/>
                <a:ea typeface="Arial"/>
                <a:cs typeface="Arial"/>
                <a:sym typeface="Arial"/>
              </a:defRPr>
            </a:lvl9pPr>
          </a:lstStyle>
          <a:p>
            <a:endParaRPr/>
          </a:p>
        </p:txBody>
      </p:sp>
      <p:sp>
        <p:nvSpPr>
          <p:cNvPr id="7" name="Google Shape;7;p85"/>
          <p:cNvSpPr txBox="1">
            <a:spLocks noGrp="1"/>
          </p:cNvSpPr>
          <p:nvPr>
            <p:ph type="body" idx="1"/>
          </p:nvPr>
        </p:nvSpPr>
        <p:spPr>
          <a:xfrm>
            <a:off x="623400" y="2304950"/>
            <a:ext cx="17040900" cy="6832800"/>
          </a:xfrm>
          <a:prstGeom prst="rect">
            <a:avLst/>
          </a:prstGeom>
          <a:noFill/>
          <a:ln>
            <a:noFill/>
          </a:ln>
        </p:spPr>
        <p:txBody>
          <a:bodyPr spcFirstLastPara="1" wrap="square" lIns="159675" tIns="159675" rIns="159675" bIns="159675" anchor="t" anchorCtr="0">
            <a:normAutofit/>
          </a:bodyPr>
          <a:lstStyle>
            <a:lvl1pPr marL="457200" marR="0" lvl="0" indent="-431800" algn="l" rtl="0">
              <a:lnSpc>
                <a:spcPct val="115000"/>
              </a:lnSpc>
              <a:spcBef>
                <a:spcPts val="0"/>
              </a:spcBef>
              <a:spcAft>
                <a:spcPts val="0"/>
              </a:spcAft>
              <a:buClr>
                <a:schemeClr val="dk2"/>
              </a:buClr>
              <a:buSzPts val="3200"/>
              <a:buFont typeface="Arial"/>
              <a:buChar char="●"/>
              <a:defRPr sz="3200" b="0" i="0" u="none" strike="noStrike" cap="none">
                <a:solidFill>
                  <a:schemeClr val="dk2"/>
                </a:solidFill>
                <a:latin typeface="Arial"/>
                <a:ea typeface="Arial"/>
                <a:cs typeface="Arial"/>
                <a:sym typeface="Arial"/>
              </a:defRPr>
            </a:lvl1pPr>
            <a:lvl2pPr marL="914400" marR="0" lvl="1" indent="-3810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810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3pPr>
            <a:lvl4pPr marL="1828800" marR="0" lvl="3" indent="-3810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4pPr>
            <a:lvl5pPr marL="2286000" marR="0" lvl="4" indent="-3810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5pPr>
            <a:lvl6pPr marL="2743200" marR="0" lvl="5" indent="-3810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6pPr>
            <a:lvl7pPr marL="3200400" marR="0" lvl="6" indent="-3810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7pPr>
            <a:lvl8pPr marL="3657600" marR="0" lvl="7" indent="-3810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8pPr>
            <a:lvl9pPr marL="4114800" marR="0" lvl="8" indent="-381000" algn="l" rtl="0">
              <a:lnSpc>
                <a:spcPct val="115000"/>
              </a:lnSpc>
              <a:spcBef>
                <a:spcPts val="0"/>
              </a:spcBef>
              <a:spcAft>
                <a:spcPts val="0"/>
              </a:spcAft>
              <a:buClr>
                <a:schemeClr val="dk2"/>
              </a:buClr>
              <a:buSzPts val="2400"/>
              <a:buFont typeface="Arial"/>
              <a:buChar char="■"/>
              <a:defRPr sz="2400" b="0" i="0" u="none" strike="noStrike" cap="none">
                <a:solidFill>
                  <a:schemeClr val="dk2"/>
                </a:solidFill>
                <a:latin typeface="Arial"/>
                <a:ea typeface="Arial"/>
                <a:cs typeface="Arial"/>
                <a:sym typeface="Arial"/>
              </a:defRPr>
            </a:lvl9pPr>
          </a:lstStyle>
          <a:p>
            <a:endParaRPr/>
          </a:p>
        </p:txBody>
      </p:sp>
      <p:sp>
        <p:nvSpPr>
          <p:cNvPr id="8" name="Google Shape;8;p85"/>
          <p:cNvSpPr txBox="1">
            <a:spLocks noGrp="1"/>
          </p:cNvSpPr>
          <p:nvPr>
            <p:ph type="sldNum" idx="12"/>
          </p:nvPr>
        </p:nvSpPr>
        <p:spPr>
          <a:xfrm>
            <a:off x="16944916" y="9326434"/>
            <a:ext cx="1097400" cy="786900"/>
          </a:xfrm>
          <a:prstGeom prst="rect">
            <a:avLst/>
          </a:prstGeom>
          <a:noFill/>
          <a:ln>
            <a:noFill/>
          </a:ln>
        </p:spPr>
        <p:txBody>
          <a:bodyPr spcFirstLastPara="1" wrap="square" lIns="159675" tIns="159675" rIns="159675" bIns="159675" anchor="ctr" anchorCtr="0">
            <a:normAutofit/>
          </a:bodyPr>
          <a:lstStyle>
            <a:lvl1pPr marL="0" marR="0" lvl="0" indent="0" algn="r" rtl="0">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700"/>
              <a:buFont typeface="Arial"/>
              <a:buNone/>
              <a:defRPr sz="1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18" Type="http://schemas.openxmlformats.org/officeDocument/2006/relationships/image" Target="../media/image54.png"/><Relationship Id="rId26" Type="http://schemas.openxmlformats.org/officeDocument/2006/relationships/image" Target="../media/image62.png"/><Relationship Id="rId3" Type="http://schemas.openxmlformats.org/officeDocument/2006/relationships/image" Target="../media/image39.jpg"/><Relationship Id="rId21" Type="http://schemas.openxmlformats.org/officeDocument/2006/relationships/image" Target="../media/image57.png"/><Relationship Id="rId7" Type="http://schemas.openxmlformats.org/officeDocument/2006/relationships/image" Target="../media/image43.jpg"/><Relationship Id="rId12" Type="http://schemas.openxmlformats.org/officeDocument/2006/relationships/image" Target="../media/image48.jpg"/><Relationship Id="rId17" Type="http://schemas.openxmlformats.org/officeDocument/2006/relationships/image" Target="../media/image53.png"/><Relationship Id="rId25" Type="http://schemas.openxmlformats.org/officeDocument/2006/relationships/image" Target="../media/image61.png"/><Relationship Id="rId2" Type="http://schemas.openxmlformats.org/officeDocument/2006/relationships/notesSlide" Target="../notesSlides/notesSlide11.xml"/><Relationship Id="rId16" Type="http://schemas.openxmlformats.org/officeDocument/2006/relationships/image" Target="../media/image52.png"/><Relationship Id="rId20" Type="http://schemas.openxmlformats.org/officeDocument/2006/relationships/image" Target="../media/image56.png"/><Relationship Id="rId29" Type="http://schemas.openxmlformats.org/officeDocument/2006/relationships/image" Target="../media/image65.png"/><Relationship Id="rId1" Type="http://schemas.openxmlformats.org/officeDocument/2006/relationships/slideLayout" Target="../slideLayouts/slideLayout1.xml"/><Relationship Id="rId6" Type="http://schemas.openxmlformats.org/officeDocument/2006/relationships/image" Target="../media/image42.png"/><Relationship Id="rId11" Type="http://schemas.openxmlformats.org/officeDocument/2006/relationships/image" Target="../media/image47.png"/><Relationship Id="rId24" Type="http://schemas.openxmlformats.org/officeDocument/2006/relationships/image" Target="../media/image60.png"/><Relationship Id="rId5" Type="http://schemas.openxmlformats.org/officeDocument/2006/relationships/image" Target="../media/image41.jpg"/><Relationship Id="rId15" Type="http://schemas.openxmlformats.org/officeDocument/2006/relationships/image" Target="../media/image51.png"/><Relationship Id="rId23" Type="http://schemas.openxmlformats.org/officeDocument/2006/relationships/image" Target="../media/image59.jpg"/><Relationship Id="rId28" Type="http://schemas.openxmlformats.org/officeDocument/2006/relationships/image" Target="../media/image64.jpg"/><Relationship Id="rId10" Type="http://schemas.openxmlformats.org/officeDocument/2006/relationships/image" Target="../media/image46.png"/><Relationship Id="rId19" Type="http://schemas.openxmlformats.org/officeDocument/2006/relationships/image" Target="../media/image55.png"/><Relationship Id="rId31" Type="http://schemas.openxmlformats.org/officeDocument/2006/relationships/image" Target="../media/image67.jpg"/><Relationship Id="rId4" Type="http://schemas.openxmlformats.org/officeDocument/2006/relationships/image" Target="../media/image40.jpg"/><Relationship Id="rId9" Type="http://schemas.openxmlformats.org/officeDocument/2006/relationships/image" Target="../media/image45.png"/><Relationship Id="rId14" Type="http://schemas.openxmlformats.org/officeDocument/2006/relationships/image" Target="../media/image50.jpg"/><Relationship Id="rId22" Type="http://schemas.openxmlformats.org/officeDocument/2006/relationships/image" Target="../media/image58.jpg"/><Relationship Id="rId27" Type="http://schemas.openxmlformats.org/officeDocument/2006/relationships/image" Target="../media/image63.jpg"/><Relationship Id="rId30" Type="http://schemas.openxmlformats.org/officeDocument/2006/relationships/image" Target="../media/image66.png"/></Relationships>
</file>

<file path=ppt/slides/_rels/slide1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mailto:info@jwc.s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Shape 69"/>
        <p:cNvGrpSpPr/>
        <p:nvPr/>
      </p:nvGrpSpPr>
      <p:grpSpPr>
        <a:xfrm>
          <a:off x="0" y="0"/>
          <a:ext cx="0" cy="0"/>
          <a:chOff x="0" y="0"/>
          <a:chExt cx="0" cy="0"/>
        </a:xfrm>
      </p:grpSpPr>
      <p:sp>
        <p:nvSpPr>
          <p:cNvPr id="70" name="Google Shape;70;p4"/>
          <p:cNvSpPr/>
          <p:nvPr/>
        </p:nvSpPr>
        <p:spPr>
          <a:xfrm>
            <a:off x="14630400" y="50"/>
            <a:ext cx="3657600" cy="10287000"/>
          </a:xfrm>
          <a:prstGeom prst="rect">
            <a:avLst/>
          </a:prstGeom>
          <a:solidFill>
            <a:srgbClr val="EBEBE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4"/>
          <p:cNvSpPr txBox="1"/>
          <p:nvPr/>
        </p:nvSpPr>
        <p:spPr>
          <a:xfrm>
            <a:off x="914400" y="4850225"/>
            <a:ext cx="15522300" cy="831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en-US" sz="5400" b="1" i="0" u="none" strike="noStrike" cap="none" dirty="0">
                <a:solidFill>
                  <a:srgbClr val="666666"/>
                </a:solidFill>
                <a:latin typeface="Montserrat"/>
                <a:ea typeface="Montserrat"/>
                <a:cs typeface="Montserrat"/>
                <a:sym typeface="Montserrat"/>
              </a:rPr>
              <a:t>COMPANY PROFILE</a:t>
            </a:r>
            <a:endParaRPr lang="en-US" sz="1400" b="0" i="0" u="none" strike="noStrike" cap="none" dirty="0">
              <a:solidFill>
                <a:srgbClr val="000000"/>
              </a:solidFill>
              <a:latin typeface="Montserrat"/>
              <a:ea typeface="Montserrat"/>
              <a:cs typeface="Montserrat"/>
              <a:sym typeface="Montserrat"/>
            </a:endParaRPr>
          </a:p>
        </p:txBody>
      </p:sp>
      <p:sp>
        <p:nvSpPr>
          <p:cNvPr id="72" name="Google Shape;72;p4"/>
          <p:cNvSpPr txBox="1"/>
          <p:nvPr/>
        </p:nvSpPr>
        <p:spPr>
          <a:xfrm>
            <a:off x="914400" y="5833725"/>
            <a:ext cx="86622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 sz="3600" b="0" i="0" u="none" strike="noStrike" cap="none" dirty="0">
                <a:solidFill>
                  <a:srgbClr val="666666"/>
                </a:solidFill>
                <a:latin typeface="Montserrat"/>
                <a:ea typeface="Montserrat"/>
                <a:cs typeface="Montserrat"/>
                <a:sym typeface="Montserrat"/>
              </a:rPr>
              <a:t>Joint Words Communication (</a:t>
            </a:r>
            <a:r>
              <a:rPr lang="en" sz="3600" b="1" i="0" u="none" strike="noStrike" cap="none" dirty="0">
                <a:solidFill>
                  <a:srgbClr val="666666"/>
                </a:solidFill>
                <a:latin typeface="Montserrat"/>
                <a:ea typeface="Montserrat"/>
                <a:cs typeface="Montserrat"/>
                <a:sym typeface="Montserrat"/>
              </a:rPr>
              <a:t>JWC</a:t>
            </a:r>
            <a:r>
              <a:rPr lang="en" sz="3600" b="0" i="0" u="none" strike="noStrike" cap="none" dirty="0">
                <a:solidFill>
                  <a:srgbClr val="666666"/>
                </a:solidFill>
                <a:latin typeface="Montserrat"/>
                <a:ea typeface="Montserrat"/>
                <a:cs typeface="Montserrat"/>
                <a:sym typeface="Montserrat"/>
              </a:rPr>
              <a:t>)</a:t>
            </a:r>
            <a:endParaRPr sz="1400" b="0" i="0" u="none" strike="noStrike" cap="none" dirty="0">
              <a:solidFill>
                <a:srgbClr val="000000"/>
              </a:solidFill>
              <a:latin typeface="Montserrat"/>
              <a:ea typeface="Montserrat"/>
              <a:cs typeface="Montserrat"/>
              <a:sym typeface="Montserrat"/>
            </a:endParaRPr>
          </a:p>
        </p:txBody>
      </p:sp>
      <p:pic>
        <p:nvPicPr>
          <p:cNvPr id="73" name="Google Shape;73;p4"/>
          <p:cNvPicPr preferRelativeResize="0"/>
          <p:nvPr/>
        </p:nvPicPr>
        <p:blipFill rotWithShape="1">
          <a:blip r:embed="rId3">
            <a:alphaModFix/>
          </a:blip>
          <a:srcRect/>
          <a:stretch/>
        </p:blipFill>
        <p:spPr>
          <a:xfrm>
            <a:off x="13094724" y="414445"/>
            <a:ext cx="3240125" cy="1696000"/>
          </a:xfrm>
          <a:prstGeom prst="rect">
            <a:avLst/>
          </a:prstGeom>
          <a:noFill/>
          <a:ln>
            <a:noFill/>
          </a:ln>
        </p:spPr>
      </p:pic>
      <p:sp>
        <p:nvSpPr>
          <p:cNvPr id="74" name="Google Shape;74;p4"/>
          <p:cNvSpPr txBox="1"/>
          <p:nvPr/>
        </p:nvSpPr>
        <p:spPr>
          <a:xfrm>
            <a:off x="13002000" y="8931050"/>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B7B7B7"/>
                </a:solidFill>
                <a:latin typeface="Montserrat Medium"/>
                <a:ea typeface="Montserrat Medium"/>
                <a:cs typeface="Montserrat Medium"/>
                <a:sym typeface="Montserrat Medium"/>
              </a:rPr>
              <a:t>JANUARY 21,2025</a:t>
            </a:r>
            <a:endParaRPr sz="1400" b="0" i="0" u="none" strike="noStrike" cap="none">
              <a:solidFill>
                <a:srgbClr val="000000"/>
              </a:solidFill>
              <a:latin typeface="Arial"/>
              <a:ea typeface="Arial"/>
              <a:cs typeface="Arial"/>
              <a:sym typeface="Arial"/>
            </a:endParaRPr>
          </a:p>
        </p:txBody>
      </p:sp>
      <p:sp>
        <p:nvSpPr>
          <p:cNvPr id="75" name="Google Shape;75;p4"/>
          <p:cNvSpPr/>
          <p:nvPr/>
        </p:nvSpPr>
        <p:spPr>
          <a:xfrm>
            <a:off x="11845925" y="6387825"/>
            <a:ext cx="5486400" cy="3899100"/>
          </a:xfrm>
          <a:prstGeom prst="triangle">
            <a:avLst>
              <a:gd name="adj" fmla="val 50000"/>
            </a:avLst>
          </a:prstGeom>
          <a:solidFill>
            <a:srgbClr val="FAAF3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4"/>
          <p:cNvSpPr/>
          <p:nvPr/>
        </p:nvSpPr>
        <p:spPr>
          <a:xfrm>
            <a:off x="14589075" y="6387825"/>
            <a:ext cx="2741700" cy="3899100"/>
          </a:xfrm>
          <a:prstGeom prst="rtTriangle">
            <a:avLst/>
          </a:prstGeom>
          <a:solidFill>
            <a:srgbClr val="FA963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82828"/>
        </a:solidFill>
        <a:effectLst/>
      </p:bgPr>
    </p:bg>
    <p:spTree>
      <p:nvGrpSpPr>
        <p:cNvPr id="1" name="Shape 87"/>
        <p:cNvGrpSpPr/>
        <p:nvPr/>
      </p:nvGrpSpPr>
      <p:grpSpPr>
        <a:xfrm>
          <a:off x="0" y="0"/>
          <a:ext cx="0" cy="0"/>
          <a:chOff x="0" y="0"/>
          <a:chExt cx="0" cy="0"/>
        </a:xfrm>
      </p:grpSpPr>
      <p:pic>
        <p:nvPicPr>
          <p:cNvPr id="88" name="Google Shape;88;p9"/>
          <p:cNvPicPr preferRelativeResize="0"/>
          <p:nvPr/>
        </p:nvPicPr>
        <p:blipFill rotWithShape="1">
          <a:blip r:embed="rId3">
            <a:alphaModFix/>
          </a:blip>
          <a:srcRect/>
          <a:stretch/>
        </p:blipFill>
        <p:spPr>
          <a:xfrm>
            <a:off x="0" y="0"/>
            <a:ext cx="18288000" cy="10287005"/>
          </a:xfrm>
          <a:prstGeom prst="rect">
            <a:avLst/>
          </a:prstGeom>
          <a:noFill/>
          <a:ln>
            <a:noFill/>
          </a:ln>
        </p:spPr>
      </p:pic>
      <p:sp>
        <p:nvSpPr>
          <p:cNvPr id="89" name="Google Shape;89;p9"/>
          <p:cNvSpPr txBox="1"/>
          <p:nvPr/>
        </p:nvSpPr>
        <p:spPr>
          <a:xfrm>
            <a:off x="914400" y="3200400"/>
            <a:ext cx="8326582" cy="4985980"/>
          </a:xfrm>
          <a:prstGeom prst="rect">
            <a:avLst/>
          </a:prstGeom>
          <a:noFill/>
          <a:ln>
            <a:noFill/>
          </a:ln>
        </p:spPr>
        <p:txBody>
          <a:bodyPr spcFirstLastPara="1" wrap="square" lIns="0" tIns="0" rIns="0" bIns="0" anchor="t" anchorCtr="0">
            <a:spAutoFit/>
          </a:bodyPr>
          <a:lstStyle/>
          <a:p>
            <a:pPr marL="0" marR="0" lvl="0" indent="0" algn="justLow" rtl="0">
              <a:lnSpc>
                <a:spcPct val="100000"/>
              </a:lnSpc>
              <a:spcBef>
                <a:spcPts val="1200"/>
              </a:spcBef>
              <a:spcAft>
                <a:spcPts val="0"/>
              </a:spcAft>
              <a:buClr>
                <a:srgbClr val="000000"/>
              </a:buClr>
              <a:buSzPts val="2400"/>
              <a:buFont typeface="Arial"/>
              <a:buNone/>
            </a:pPr>
            <a:r>
              <a:rPr lang="en" sz="2100" b="0" i="0" u="none" strike="noStrike" cap="none" dirty="0">
                <a:solidFill>
                  <a:srgbClr val="F3F3F3"/>
                </a:solidFill>
                <a:latin typeface="Montserrat"/>
                <a:ea typeface="Montserrat"/>
                <a:cs typeface="Montserrat"/>
                <a:sym typeface="Montserrat"/>
              </a:rPr>
              <a:t>JWC is a strategic communications and public relations consultancy. </a:t>
            </a:r>
            <a:endParaRPr sz="2100" b="0" i="0" u="none" strike="noStrike" cap="none" dirty="0">
              <a:solidFill>
                <a:srgbClr val="F3F3F3"/>
              </a:solidFill>
              <a:latin typeface="Montserrat"/>
              <a:ea typeface="Montserrat"/>
              <a:cs typeface="Montserrat"/>
              <a:sym typeface="Montserrat"/>
            </a:endParaRPr>
          </a:p>
          <a:p>
            <a:pPr marL="0" marR="0" lvl="0" indent="0" algn="justLow" rtl="0">
              <a:lnSpc>
                <a:spcPct val="100000"/>
              </a:lnSpc>
              <a:spcBef>
                <a:spcPts val="1200"/>
              </a:spcBef>
              <a:spcAft>
                <a:spcPts val="0"/>
              </a:spcAft>
              <a:buClr>
                <a:srgbClr val="000000"/>
              </a:buClr>
              <a:buSzPts val="2400"/>
              <a:buFont typeface="Arial"/>
              <a:buNone/>
            </a:pPr>
            <a:r>
              <a:rPr lang="en" sz="2100" dirty="0">
                <a:solidFill>
                  <a:srgbClr val="F3F3F3"/>
                </a:solidFill>
                <a:latin typeface="Montserrat"/>
                <a:ea typeface="Montserrat"/>
                <a:cs typeface="Montserrat"/>
                <a:sym typeface="Montserrat"/>
              </a:rPr>
              <a:t>W</a:t>
            </a:r>
            <a:r>
              <a:rPr lang="en" sz="2100" b="0" i="0" u="none" strike="noStrike" cap="none" dirty="0">
                <a:solidFill>
                  <a:srgbClr val="F3F3F3"/>
                </a:solidFill>
                <a:latin typeface="Montserrat"/>
                <a:ea typeface="Montserrat"/>
                <a:cs typeface="Montserrat"/>
                <a:sym typeface="Montserrat"/>
              </a:rPr>
              <a:t>ith a proven track record of over 15 years across Saudi Arabia and the wider region, our diverse team blends international expertise with deep local market understanding, allowing us to deliver high-impact solutions tailored to the unique needs of each client. </a:t>
            </a:r>
            <a:endParaRPr sz="2100" dirty="0">
              <a:solidFill>
                <a:srgbClr val="F3F3F3"/>
              </a:solidFill>
              <a:latin typeface="Montserrat"/>
              <a:ea typeface="Montserrat"/>
              <a:cs typeface="Montserrat"/>
              <a:sym typeface="Montserrat"/>
            </a:endParaRPr>
          </a:p>
          <a:p>
            <a:pPr marL="0" marR="0" lvl="0" indent="0" algn="justLow" rtl="0">
              <a:lnSpc>
                <a:spcPct val="100000"/>
              </a:lnSpc>
              <a:spcBef>
                <a:spcPts val="1200"/>
              </a:spcBef>
              <a:spcAft>
                <a:spcPts val="0"/>
              </a:spcAft>
              <a:buClr>
                <a:srgbClr val="000000"/>
              </a:buClr>
              <a:buSzPts val="2400"/>
              <a:buFont typeface="Arial"/>
              <a:buNone/>
            </a:pPr>
            <a:r>
              <a:rPr lang="en" sz="2100" b="0" i="0" u="none" strike="noStrike" cap="none" dirty="0">
                <a:solidFill>
                  <a:srgbClr val="F3F3F3"/>
                </a:solidFill>
                <a:latin typeface="Montserrat"/>
                <a:ea typeface="Montserrat"/>
                <a:cs typeface="Montserrat"/>
                <a:sym typeface="Montserrat"/>
              </a:rPr>
              <a:t>At JWC, we specialize in strategic communications advisory, stakeholder engagement, internal and external communications, and full-spectrum PR services. From strategic planning and reputation management to </a:t>
            </a:r>
            <a:r>
              <a:rPr lang="en" sz="2100" dirty="0">
                <a:solidFill>
                  <a:srgbClr val="F3F3F3"/>
                </a:solidFill>
                <a:latin typeface="Montserrat"/>
                <a:ea typeface="Montserrat"/>
                <a:cs typeface="Montserrat"/>
                <a:sym typeface="Montserrat"/>
              </a:rPr>
              <a:t>media </a:t>
            </a:r>
            <a:r>
              <a:rPr lang="en" sz="2100" b="0" i="0" u="none" strike="noStrike" cap="none" dirty="0">
                <a:solidFill>
                  <a:srgbClr val="F3F3F3"/>
                </a:solidFill>
                <a:latin typeface="Montserrat"/>
                <a:ea typeface="Montserrat"/>
                <a:cs typeface="Montserrat"/>
                <a:sym typeface="Montserrat"/>
              </a:rPr>
              <a:t>crisis </a:t>
            </a:r>
            <a:r>
              <a:rPr lang="en" sz="2100" dirty="0">
                <a:solidFill>
                  <a:srgbClr val="F3F3F3"/>
                </a:solidFill>
                <a:latin typeface="Montserrat"/>
                <a:ea typeface="Montserrat"/>
                <a:cs typeface="Montserrat"/>
                <a:sym typeface="Montserrat"/>
              </a:rPr>
              <a:t>management</a:t>
            </a:r>
            <a:r>
              <a:rPr lang="en" sz="2100" b="0" i="0" u="none" strike="noStrike" cap="none" dirty="0">
                <a:solidFill>
                  <a:srgbClr val="F3F3F3"/>
                </a:solidFill>
                <a:latin typeface="Montserrat"/>
                <a:ea typeface="Montserrat"/>
                <a:cs typeface="Montserrat"/>
                <a:sym typeface="Montserrat"/>
              </a:rPr>
              <a:t>, we craft innovative, integrated solutions that help organizations communicate with clarity, confidence, and impact.</a:t>
            </a:r>
            <a:endParaRPr sz="1500" b="0" i="0" u="none" strike="noStrike" cap="none" dirty="0">
              <a:solidFill>
                <a:srgbClr val="000000"/>
              </a:solidFill>
              <a:latin typeface="Montserrat"/>
              <a:ea typeface="Montserrat"/>
              <a:cs typeface="Montserrat"/>
              <a:sym typeface="Montserrat"/>
            </a:endParaRPr>
          </a:p>
        </p:txBody>
      </p:sp>
      <p:pic>
        <p:nvPicPr>
          <p:cNvPr id="90" name="Google Shape;90;p9"/>
          <p:cNvPicPr preferRelativeResize="0"/>
          <p:nvPr/>
        </p:nvPicPr>
        <p:blipFill rotWithShape="1">
          <a:blip r:embed="rId4">
            <a:alphaModFix/>
          </a:blip>
          <a:srcRect/>
          <a:stretch/>
        </p:blipFill>
        <p:spPr>
          <a:xfrm>
            <a:off x="248269" y="1371608"/>
            <a:ext cx="4103398" cy="2147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104"/>
        <p:cNvGrpSpPr/>
        <p:nvPr/>
      </p:nvGrpSpPr>
      <p:grpSpPr>
        <a:xfrm>
          <a:off x="0" y="0"/>
          <a:ext cx="0" cy="0"/>
          <a:chOff x="0" y="0"/>
          <a:chExt cx="0" cy="0"/>
        </a:xfrm>
      </p:grpSpPr>
      <p:sp>
        <p:nvSpPr>
          <p:cNvPr id="105" name="Google Shape;105;p16"/>
          <p:cNvSpPr/>
          <p:nvPr/>
        </p:nvSpPr>
        <p:spPr>
          <a:xfrm>
            <a:off x="40216" y="7347665"/>
            <a:ext cx="18261583" cy="2958802"/>
          </a:xfrm>
          <a:custGeom>
            <a:avLst/>
            <a:gdLst/>
            <a:ahLst/>
            <a:cxnLst/>
            <a:rect l="l" t="t" r="r" b="b"/>
            <a:pathLst>
              <a:path w="730975" h="155665" extrusionOk="0">
                <a:moveTo>
                  <a:pt x="0" y="155665"/>
                </a:moveTo>
                <a:lnTo>
                  <a:pt x="145324" y="0"/>
                </a:lnTo>
                <a:lnTo>
                  <a:pt x="730975" y="155121"/>
                </a:lnTo>
                <a:close/>
              </a:path>
            </a:pathLst>
          </a:custGeom>
          <a:solidFill>
            <a:srgbClr val="FAAF32"/>
          </a:solidFill>
          <a:ln>
            <a:noFill/>
          </a:ln>
        </p:spPr>
        <p:txBody>
          <a:bodyPr spcFirstLastPara="1" wrap="square" lIns="91425" tIns="45700" rIns="91425" bIns="45700" anchor="t" anchorCtr="0">
            <a:noAutofit/>
          </a:bodyPr>
          <a:lstStyle/>
          <a:p>
            <a:pPr marL="0" marR="0" lvl="0" indent="0" algn="r" rtl="1">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16"/>
          <p:cNvSpPr/>
          <p:nvPr/>
        </p:nvSpPr>
        <p:spPr>
          <a:xfrm>
            <a:off x="13009" y="7358005"/>
            <a:ext cx="6404751" cy="2937807"/>
          </a:xfrm>
          <a:custGeom>
            <a:avLst/>
            <a:gdLst/>
            <a:ahLst/>
            <a:cxnLst/>
            <a:rect l="l" t="t" r="r" b="b"/>
            <a:pathLst>
              <a:path w="254182" h="155666" extrusionOk="0">
                <a:moveTo>
                  <a:pt x="144236" y="0"/>
                </a:moveTo>
                <a:lnTo>
                  <a:pt x="254182" y="155666"/>
                </a:lnTo>
                <a:lnTo>
                  <a:pt x="0" y="155666"/>
                </a:lnTo>
                <a:close/>
              </a:path>
            </a:pathLst>
          </a:custGeom>
          <a:solidFill>
            <a:srgbClr val="FA963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16"/>
          <p:cNvSpPr/>
          <p:nvPr/>
        </p:nvSpPr>
        <p:spPr>
          <a:xfrm>
            <a:off x="0" y="7350250"/>
            <a:ext cx="14624172" cy="2974332"/>
          </a:xfrm>
          <a:custGeom>
            <a:avLst/>
            <a:gdLst/>
            <a:ahLst/>
            <a:cxnLst/>
            <a:rect l="l" t="t" r="r" b="b"/>
            <a:pathLst>
              <a:path w="585787" h="156482" extrusionOk="0">
                <a:moveTo>
                  <a:pt x="0" y="155801"/>
                </a:moveTo>
                <a:lnTo>
                  <a:pt x="475570" y="0"/>
                </a:lnTo>
                <a:lnTo>
                  <a:pt x="585787" y="156482"/>
                </a:lnTo>
                <a:close/>
              </a:path>
            </a:pathLst>
          </a:custGeom>
          <a:solidFill>
            <a:srgbClr val="FA9632"/>
          </a:solidFill>
          <a:ln>
            <a:noFill/>
          </a:ln>
        </p:spPr>
        <p:txBody>
          <a:bodyPr spcFirstLastPara="1" wrap="square" lIns="91425" tIns="45700" rIns="91425" bIns="45700" anchor="t" anchorCtr="0">
            <a:noAutofit/>
          </a:bodyPr>
          <a:lstStyle/>
          <a:p>
            <a:pPr marL="0" marR="0" lvl="0" indent="0" algn="r" rtl="1">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16"/>
          <p:cNvSpPr/>
          <p:nvPr/>
        </p:nvSpPr>
        <p:spPr>
          <a:xfrm>
            <a:off x="11855891" y="7341450"/>
            <a:ext cx="6432193" cy="2982829"/>
          </a:xfrm>
          <a:custGeom>
            <a:avLst/>
            <a:gdLst/>
            <a:ahLst/>
            <a:cxnLst/>
            <a:rect l="l" t="t" r="r" b="b"/>
            <a:pathLst>
              <a:path w="257855" h="155802" extrusionOk="0">
                <a:moveTo>
                  <a:pt x="0" y="0"/>
                </a:moveTo>
                <a:lnTo>
                  <a:pt x="104775" y="155802"/>
                </a:lnTo>
                <a:lnTo>
                  <a:pt x="257855" y="155802"/>
                </a:lnTo>
                <a:close/>
              </a:path>
            </a:pathLst>
          </a:custGeom>
          <a:solidFill>
            <a:srgbClr val="FAAF3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16"/>
          <p:cNvSpPr txBox="1"/>
          <p:nvPr/>
        </p:nvSpPr>
        <p:spPr>
          <a:xfrm>
            <a:off x="2631626" y="4294200"/>
            <a:ext cx="13078800" cy="205287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Clr>
                <a:srgbClr val="000000"/>
              </a:buClr>
              <a:buSzPts val="3600"/>
              <a:buFont typeface="Arial"/>
              <a:buNone/>
            </a:pPr>
            <a:r>
              <a:rPr lang="en" sz="2900" b="0" i="0" u="none" strike="noStrike" cap="none" dirty="0">
                <a:solidFill>
                  <a:srgbClr val="282828"/>
                </a:solidFill>
                <a:latin typeface="Montserrat"/>
                <a:ea typeface="Montserrat"/>
                <a:cs typeface="Montserrat"/>
                <a:sym typeface="Montserrat"/>
              </a:rPr>
              <a:t>We design </a:t>
            </a:r>
            <a:r>
              <a:rPr lang="en" sz="2900" b="1" i="0" u="none" strike="noStrike" cap="none" dirty="0">
                <a:solidFill>
                  <a:srgbClr val="282828"/>
                </a:solidFill>
                <a:latin typeface="Montserrat"/>
                <a:ea typeface="Montserrat"/>
                <a:cs typeface="Montserrat"/>
                <a:sym typeface="Montserrat"/>
              </a:rPr>
              <a:t>communication strategies </a:t>
            </a:r>
            <a:r>
              <a:rPr lang="en" sz="2900" b="0" i="0" u="none" strike="noStrike" cap="none" dirty="0">
                <a:solidFill>
                  <a:srgbClr val="282828"/>
                </a:solidFill>
                <a:latin typeface="Montserrat"/>
                <a:ea typeface="Montserrat"/>
                <a:cs typeface="Montserrat"/>
                <a:sym typeface="Montserrat"/>
              </a:rPr>
              <a:t>that shape public perception and </a:t>
            </a:r>
            <a:r>
              <a:rPr lang="en" sz="2900" b="1" i="0" u="none" strike="noStrike" cap="none" dirty="0">
                <a:solidFill>
                  <a:srgbClr val="282828"/>
                </a:solidFill>
                <a:latin typeface="Montserrat"/>
                <a:ea typeface="Montserrat"/>
                <a:cs typeface="Montserrat"/>
                <a:sym typeface="Montserrat"/>
              </a:rPr>
              <a:t>influence behavior</a:t>
            </a:r>
            <a:r>
              <a:rPr lang="ar-SA" sz="2900" b="1" i="0" u="none" strike="noStrike" cap="none" dirty="0">
                <a:solidFill>
                  <a:srgbClr val="282828"/>
                </a:solidFill>
                <a:latin typeface="Montserrat"/>
                <a:ea typeface="Montserrat"/>
                <a:cs typeface="Montserrat"/>
                <a:sym typeface="Montserrat"/>
              </a:rPr>
              <a:t> </a:t>
            </a:r>
            <a:r>
              <a:rPr lang="en" sz="2900" b="1" i="0" u="none" strike="noStrike" cap="none" dirty="0">
                <a:solidFill>
                  <a:srgbClr val="282828"/>
                </a:solidFill>
                <a:latin typeface="Montserrat"/>
                <a:ea typeface="Montserrat"/>
                <a:cs typeface="Montserrat"/>
                <a:sym typeface="Montserrat"/>
              </a:rPr>
              <a:t>empowering decision</a:t>
            </a:r>
            <a:r>
              <a:rPr lang="ar-SA" sz="2900" b="1" i="0" u="none" strike="noStrike" cap="none" dirty="0">
                <a:solidFill>
                  <a:srgbClr val="282828"/>
                </a:solidFill>
                <a:latin typeface="Montserrat"/>
                <a:ea typeface="Montserrat"/>
                <a:cs typeface="Montserrat"/>
                <a:sym typeface="Montserrat"/>
              </a:rPr>
              <a:t> </a:t>
            </a:r>
            <a:r>
              <a:rPr lang="en" sz="2900" b="1" i="0" u="none" strike="noStrike" cap="none" dirty="0">
                <a:solidFill>
                  <a:srgbClr val="282828"/>
                </a:solidFill>
                <a:latin typeface="Montserrat"/>
                <a:ea typeface="Montserrat"/>
                <a:cs typeface="Montserrat"/>
                <a:sym typeface="Montserrat"/>
              </a:rPr>
              <a:t>makers </a:t>
            </a:r>
            <a:r>
              <a:rPr lang="en" sz="2900" b="0" i="0" u="none" strike="noStrike" cap="none" dirty="0">
                <a:solidFill>
                  <a:srgbClr val="282828"/>
                </a:solidFill>
                <a:latin typeface="Montserrat"/>
                <a:ea typeface="Montserrat"/>
                <a:cs typeface="Montserrat"/>
                <a:sym typeface="Montserrat"/>
              </a:rPr>
              <a:t>to better address the needs of their stakeholders.</a:t>
            </a:r>
            <a:endParaRPr sz="2900" b="0" i="0" u="none" strike="noStrike" cap="none" dirty="0">
              <a:solidFill>
                <a:srgbClr val="000000"/>
              </a:solidFill>
              <a:latin typeface="Montserrat"/>
              <a:ea typeface="Montserrat"/>
              <a:cs typeface="Montserrat"/>
              <a:sym typeface="Montserrat"/>
            </a:endParaRPr>
          </a:p>
          <a:p>
            <a:pPr marL="0" marR="0" lvl="0" indent="0" algn="ctr" rtl="0">
              <a:lnSpc>
                <a:spcPct val="115000"/>
              </a:lnSpc>
              <a:spcBef>
                <a:spcPts val="0"/>
              </a:spcBef>
              <a:spcAft>
                <a:spcPts val="0"/>
              </a:spcAft>
              <a:buClr>
                <a:srgbClr val="000000"/>
              </a:buClr>
              <a:buSzPts val="3600"/>
              <a:buFont typeface="Arial"/>
              <a:buNone/>
            </a:pPr>
            <a:endParaRPr sz="2900" b="0" i="0" u="none" strike="noStrike" cap="none" dirty="0">
              <a:solidFill>
                <a:srgbClr val="282828"/>
              </a:solidFill>
              <a:latin typeface="Montserrat"/>
              <a:ea typeface="Montserrat"/>
              <a:cs typeface="Montserrat"/>
              <a:sym typeface="Montserrat"/>
            </a:endParaRPr>
          </a:p>
        </p:txBody>
      </p:sp>
      <p:pic>
        <p:nvPicPr>
          <p:cNvPr id="110" name="Google Shape;110;p16" title="JWC-WEB--ORANGE-BLACK.png"/>
          <p:cNvPicPr preferRelativeResize="0"/>
          <p:nvPr/>
        </p:nvPicPr>
        <p:blipFill rotWithShape="1">
          <a:blip r:embed="rId3">
            <a:alphaModFix/>
          </a:blip>
          <a:srcRect t="5132" b="5132"/>
          <a:stretch/>
        </p:blipFill>
        <p:spPr>
          <a:xfrm>
            <a:off x="7092300" y="2146336"/>
            <a:ext cx="4103397" cy="2147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127"/>
        <p:cNvGrpSpPr/>
        <p:nvPr/>
      </p:nvGrpSpPr>
      <p:grpSpPr>
        <a:xfrm>
          <a:off x="0" y="0"/>
          <a:ext cx="0" cy="0"/>
          <a:chOff x="0" y="0"/>
          <a:chExt cx="0" cy="0"/>
        </a:xfrm>
      </p:grpSpPr>
      <p:sp>
        <p:nvSpPr>
          <p:cNvPr id="128" name="Google Shape;128;p18"/>
          <p:cNvSpPr txBox="1"/>
          <p:nvPr/>
        </p:nvSpPr>
        <p:spPr>
          <a:xfrm>
            <a:off x="1371600" y="1371600"/>
            <a:ext cx="15960600" cy="5541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 sz="3600" b="1" i="0" u="none" strike="noStrike" cap="none">
                <a:solidFill>
                  <a:srgbClr val="FA9632"/>
                </a:solidFill>
                <a:latin typeface="Montserrat"/>
                <a:ea typeface="Montserrat"/>
                <a:cs typeface="Montserrat"/>
                <a:sym typeface="Montserrat"/>
              </a:rPr>
              <a:t>Why does JWC stand out?</a:t>
            </a:r>
            <a:endParaRPr sz="3600" b="0" i="0" u="none" strike="noStrike" cap="none">
              <a:solidFill>
                <a:srgbClr val="000000"/>
              </a:solidFill>
              <a:latin typeface="Montserrat"/>
              <a:ea typeface="Montserrat"/>
              <a:cs typeface="Montserrat"/>
              <a:sym typeface="Montserrat"/>
            </a:endParaRPr>
          </a:p>
        </p:txBody>
      </p:sp>
      <p:sp>
        <p:nvSpPr>
          <p:cNvPr id="129" name="Google Shape;129;p18"/>
          <p:cNvSpPr txBox="1"/>
          <p:nvPr/>
        </p:nvSpPr>
        <p:spPr>
          <a:xfrm>
            <a:off x="7027300" y="5960400"/>
            <a:ext cx="4237200" cy="291840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Clr>
                <a:srgbClr val="000000"/>
              </a:buClr>
              <a:buSzPts val="3000"/>
              <a:buFont typeface="Arial"/>
              <a:buNone/>
            </a:pPr>
            <a:r>
              <a:rPr lang="en" sz="2400" b="1" i="0" u="none" strike="noStrike" cap="none">
                <a:solidFill>
                  <a:schemeClr val="dk2"/>
                </a:solidFill>
                <a:latin typeface="Montserrat"/>
                <a:ea typeface="Montserrat"/>
                <a:cs typeface="Montserrat"/>
                <a:sym typeface="Montserrat"/>
              </a:rPr>
              <a:t>Extensive Expertise</a:t>
            </a:r>
            <a:endParaRPr sz="2400" b="0" i="0" u="none" strike="noStrike" cap="none">
              <a:solidFill>
                <a:srgbClr val="000000"/>
              </a:solidFill>
              <a:latin typeface="Montserrat"/>
              <a:ea typeface="Montserrat"/>
              <a:cs typeface="Montserrat"/>
              <a:sym typeface="Montserrat"/>
            </a:endParaRPr>
          </a:p>
          <a:p>
            <a:pPr marL="0" marR="0" lvl="0" indent="0" algn="ctr" rtl="1">
              <a:lnSpc>
                <a:spcPct val="115000"/>
              </a:lnSpc>
              <a:spcBef>
                <a:spcPts val="0"/>
              </a:spcBef>
              <a:spcAft>
                <a:spcPts val="0"/>
              </a:spcAft>
              <a:buClr>
                <a:srgbClr val="000000"/>
              </a:buClr>
              <a:buSzPts val="2500"/>
              <a:buFont typeface="Arial"/>
              <a:buNone/>
            </a:pPr>
            <a:endParaRPr sz="2400" b="1" i="0" u="none" strike="noStrike" cap="none">
              <a:solidFill>
                <a:schemeClr val="dk2"/>
              </a:solidFill>
              <a:latin typeface="Montserrat"/>
              <a:ea typeface="Montserrat"/>
              <a:cs typeface="Montserrat"/>
              <a:sym typeface="Montserrat"/>
            </a:endParaRPr>
          </a:p>
          <a:p>
            <a:pPr marL="0" marR="0" lvl="0" indent="0" algn="ctr" rtl="0">
              <a:lnSpc>
                <a:spcPct val="115000"/>
              </a:lnSpc>
              <a:spcBef>
                <a:spcPts val="0"/>
              </a:spcBef>
              <a:spcAft>
                <a:spcPts val="0"/>
              </a:spcAft>
              <a:buClr>
                <a:srgbClr val="000000"/>
              </a:buClr>
              <a:buSzPts val="2500"/>
              <a:buFont typeface="Arial"/>
              <a:buNone/>
            </a:pPr>
            <a:r>
              <a:rPr lang="en" sz="2400" b="0" i="0" u="none" strike="noStrike" cap="none">
                <a:solidFill>
                  <a:schemeClr val="dk2"/>
                </a:solidFill>
                <a:latin typeface="Montserrat"/>
                <a:ea typeface="Montserrat"/>
                <a:cs typeface="Montserrat"/>
                <a:sym typeface="Montserrat"/>
              </a:rPr>
              <a:t>Our team brings a wealth of experience in strategic communication, public relations, and marketing consultancy</a:t>
            </a:r>
            <a:endParaRPr sz="2400" b="0" i="0" u="none" strike="noStrike" cap="none">
              <a:solidFill>
                <a:srgbClr val="000000"/>
              </a:solidFill>
              <a:latin typeface="Montserrat"/>
              <a:ea typeface="Montserrat"/>
              <a:cs typeface="Montserrat"/>
              <a:sym typeface="Montserrat"/>
            </a:endParaRPr>
          </a:p>
        </p:txBody>
      </p:sp>
      <p:sp>
        <p:nvSpPr>
          <p:cNvPr id="130" name="Google Shape;130;p18"/>
          <p:cNvSpPr txBox="1"/>
          <p:nvPr/>
        </p:nvSpPr>
        <p:spPr>
          <a:xfrm>
            <a:off x="12656175" y="5960400"/>
            <a:ext cx="4237200" cy="2123658"/>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Clr>
                <a:srgbClr val="000000"/>
              </a:buClr>
              <a:buSzPts val="3000"/>
              <a:buFont typeface="Arial"/>
              <a:buNone/>
            </a:pPr>
            <a:r>
              <a:rPr lang="en" sz="2400" b="1" i="0" u="none" strike="noStrike" cap="none" dirty="0">
                <a:solidFill>
                  <a:schemeClr val="dk2"/>
                </a:solidFill>
                <a:latin typeface="Montserrat"/>
                <a:ea typeface="Montserrat"/>
                <a:cs typeface="Montserrat"/>
                <a:sym typeface="Montserrat"/>
              </a:rPr>
              <a:t>Bespoke Solutions</a:t>
            </a:r>
            <a:endParaRPr sz="2400" b="0" i="0" u="none" strike="noStrike" cap="none" dirty="0">
              <a:solidFill>
                <a:srgbClr val="000000"/>
              </a:solidFill>
              <a:latin typeface="Montserrat"/>
              <a:ea typeface="Montserrat"/>
              <a:cs typeface="Montserrat"/>
              <a:sym typeface="Montserrat"/>
            </a:endParaRPr>
          </a:p>
          <a:p>
            <a:pPr marL="0" marR="0" lvl="0" indent="0" algn="ctr" rtl="1">
              <a:lnSpc>
                <a:spcPct val="115000"/>
              </a:lnSpc>
              <a:spcBef>
                <a:spcPts val="0"/>
              </a:spcBef>
              <a:spcAft>
                <a:spcPts val="0"/>
              </a:spcAft>
              <a:buClr>
                <a:srgbClr val="000000"/>
              </a:buClr>
              <a:buSzPts val="2500"/>
              <a:buFont typeface="Arial"/>
              <a:buNone/>
            </a:pPr>
            <a:endParaRPr sz="2400" b="1" i="0" u="none" strike="noStrike" cap="none" dirty="0">
              <a:solidFill>
                <a:schemeClr val="dk2"/>
              </a:solidFill>
              <a:latin typeface="Montserrat"/>
              <a:ea typeface="Montserrat"/>
              <a:cs typeface="Montserrat"/>
              <a:sym typeface="Montserrat"/>
            </a:endParaRPr>
          </a:p>
          <a:p>
            <a:pPr marL="0" marR="0" lvl="0" indent="0" algn="ctr" rtl="0">
              <a:lnSpc>
                <a:spcPct val="115000"/>
              </a:lnSpc>
              <a:spcBef>
                <a:spcPts val="0"/>
              </a:spcBef>
              <a:spcAft>
                <a:spcPts val="0"/>
              </a:spcAft>
              <a:buClr>
                <a:srgbClr val="000000"/>
              </a:buClr>
              <a:buSzPts val="2500"/>
              <a:buFont typeface="Arial"/>
              <a:buNone/>
            </a:pPr>
            <a:r>
              <a:rPr lang="en" sz="2400" b="0" i="0" u="none" strike="noStrike" cap="none" dirty="0">
                <a:solidFill>
                  <a:schemeClr val="dk2"/>
                </a:solidFill>
                <a:latin typeface="Montserrat"/>
                <a:ea typeface="Montserrat"/>
                <a:cs typeface="Montserrat"/>
                <a:sym typeface="Montserrat"/>
              </a:rPr>
              <a:t>Every client is different so we create solutions that fit their exact needs.</a:t>
            </a:r>
            <a:endParaRPr sz="2400" b="0" i="0" u="none" strike="noStrike" cap="none" dirty="0">
              <a:solidFill>
                <a:srgbClr val="000000"/>
              </a:solidFill>
              <a:latin typeface="Montserrat"/>
              <a:ea typeface="Montserrat"/>
              <a:cs typeface="Montserrat"/>
              <a:sym typeface="Montserrat"/>
            </a:endParaRPr>
          </a:p>
        </p:txBody>
      </p:sp>
      <p:sp>
        <p:nvSpPr>
          <p:cNvPr id="131" name="Google Shape;131;p18"/>
          <p:cNvSpPr txBox="1"/>
          <p:nvPr/>
        </p:nvSpPr>
        <p:spPr>
          <a:xfrm>
            <a:off x="1399575" y="5960400"/>
            <a:ext cx="4237200" cy="291840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Clr>
                <a:srgbClr val="000000"/>
              </a:buClr>
              <a:buSzPts val="3000"/>
              <a:buFont typeface="Arial"/>
              <a:buNone/>
            </a:pPr>
            <a:r>
              <a:rPr lang="en" sz="2400" b="1" i="0" u="none" strike="noStrike" cap="none">
                <a:solidFill>
                  <a:schemeClr val="dk2"/>
                </a:solidFill>
                <a:latin typeface="Montserrat"/>
                <a:ea typeface="Montserrat"/>
                <a:cs typeface="Montserrat"/>
                <a:sym typeface="Montserrat"/>
              </a:rPr>
              <a:t>Proven Impact</a:t>
            </a:r>
            <a:endParaRPr sz="2400" b="0" i="0" u="none" strike="noStrike" cap="none">
              <a:solidFill>
                <a:srgbClr val="000000"/>
              </a:solidFill>
              <a:latin typeface="Montserrat"/>
              <a:ea typeface="Montserrat"/>
              <a:cs typeface="Montserrat"/>
              <a:sym typeface="Montserrat"/>
            </a:endParaRPr>
          </a:p>
          <a:p>
            <a:pPr marL="0" marR="0" lvl="0" indent="0" algn="ctr" rtl="1">
              <a:lnSpc>
                <a:spcPct val="115000"/>
              </a:lnSpc>
              <a:spcBef>
                <a:spcPts val="0"/>
              </a:spcBef>
              <a:spcAft>
                <a:spcPts val="0"/>
              </a:spcAft>
              <a:buClr>
                <a:srgbClr val="000000"/>
              </a:buClr>
              <a:buSzPts val="2500"/>
              <a:buFont typeface="Arial"/>
              <a:buNone/>
            </a:pPr>
            <a:endParaRPr sz="2400" b="1" i="0" u="none" strike="noStrike" cap="none">
              <a:solidFill>
                <a:schemeClr val="dk2"/>
              </a:solidFill>
              <a:latin typeface="Montserrat"/>
              <a:ea typeface="Montserrat"/>
              <a:cs typeface="Montserrat"/>
              <a:sym typeface="Montserrat"/>
            </a:endParaRPr>
          </a:p>
          <a:p>
            <a:pPr marL="0" marR="0" lvl="0" indent="0" algn="ctr" rtl="0">
              <a:lnSpc>
                <a:spcPct val="115000"/>
              </a:lnSpc>
              <a:spcBef>
                <a:spcPts val="0"/>
              </a:spcBef>
              <a:spcAft>
                <a:spcPts val="0"/>
              </a:spcAft>
              <a:buClr>
                <a:srgbClr val="000000"/>
              </a:buClr>
              <a:buSzPts val="2500"/>
              <a:buFont typeface="Arial"/>
              <a:buNone/>
            </a:pPr>
            <a:r>
              <a:rPr lang="en" sz="2400" b="0" i="0" u="none" strike="noStrike" cap="none">
                <a:solidFill>
                  <a:schemeClr val="dk2"/>
                </a:solidFill>
                <a:latin typeface="Montserrat"/>
                <a:ea typeface="Montserrat"/>
                <a:cs typeface="Montserrat"/>
                <a:sym typeface="Montserrat"/>
              </a:rPr>
              <a:t>Our work is driven by results—we measure and optimize communication strategies for maximum effectiveness.</a:t>
            </a:r>
            <a:endParaRPr sz="2400" b="0" i="0" u="none" strike="noStrike" cap="none">
              <a:solidFill>
                <a:srgbClr val="000000"/>
              </a:solidFill>
              <a:latin typeface="Montserrat"/>
              <a:ea typeface="Montserrat"/>
              <a:cs typeface="Montserrat"/>
              <a:sym typeface="Montserrat"/>
            </a:endParaRPr>
          </a:p>
        </p:txBody>
      </p:sp>
      <p:pic>
        <p:nvPicPr>
          <p:cNvPr id="132" name="Google Shape;132;p18" title="1.png"/>
          <p:cNvPicPr preferRelativeResize="0"/>
          <p:nvPr/>
        </p:nvPicPr>
        <p:blipFill rotWithShape="1">
          <a:blip r:embed="rId3">
            <a:alphaModFix/>
          </a:blip>
          <a:srcRect t="12092" b="12092"/>
          <a:stretch/>
        </p:blipFill>
        <p:spPr>
          <a:xfrm>
            <a:off x="12651225" y="2523583"/>
            <a:ext cx="4247101" cy="3219963"/>
          </a:xfrm>
          <a:prstGeom prst="rect">
            <a:avLst/>
          </a:prstGeom>
          <a:noFill/>
          <a:ln>
            <a:noFill/>
          </a:ln>
        </p:spPr>
      </p:pic>
      <p:pic>
        <p:nvPicPr>
          <p:cNvPr id="133" name="Google Shape;133;p18" title="3.png"/>
          <p:cNvPicPr preferRelativeResize="0"/>
          <p:nvPr/>
        </p:nvPicPr>
        <p:blipFill rotWithShape="1">
          <a:blip r:embed="rId4">
            <a:alphaModFix/>
          </a:blip>
          <a:srcRect t="12092" b="12092"/>
          <a:stretch/>
        </p:blipFill>
        <p:spPr>
          <a:xfrm>
            <a:off x="6680890" y="2367681"/>
            <a:ext cx="4776699" cy="3621473"/>
          </a:xfrm>
          <a:prstGeom prst="rect">
            <a:avLst/>
          </a:prstGeom>
          <a:noFill/>
          <a:ln>
            <a:noFill/>
          </a:ln>
        </p:spPr>
      </p:pic>
      <p:pic>
        <p:nvPicPr>
          <p:cNvPr id="134" name="Google Shape;134;p18" title="2.png"/>
          <p:cNvPicPr preferRelativeResize="0"/>
          <p:nvPr/>
        </p:nvPicPr>
        <p:blipFill rotWithShape="1">
          <a:blip r:embed="rId5">
            <a:alphaModFix/>
          </a:blip>
          <a:srcRect t="9455" b="9447"/>
          <a:stretch/>
        </p:blipFill>
        <p:spPr>
          <a:xfrm>
            <a:off x="1674188" y="2438777"/>
            <a:ext cx="3687977" cy="2990797"/>
          </a:xfrm>
          <a:prstGeom prst="rect">
            <a:avLst/>
          </a:prstGeom>
          <a:noFill/>
          <a:ln>
            <a:noFill/>
          </a:ln>
        </p:spPr>
      </p:pic>
      <p:sp>
        <p:nvSpPr>
          <p:cNvPr id="135" name="Google Shape;135;p18"/>
          <p:cNvSpPr txBox="1"/>
          <p:nvPr/>
        </p:nvSpPr>
        <p:spPr>
          <a:xfrm>
            <a:off x="15771300" y="9601200"/>
            <a:ext cx="1523100" cy="3009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CCCCCC"/>
                </a:solidFill>
                <a:latin typeface="Montserrat"/>
                <a:ea typeface="Montserrat"/>
                <a:cs typeface="Montserrat"/>
                <a:sym typeface="Montserrat"/>
              </a:rPr>
              <a:t>4</a:t>
            </a:fld>
            <a:endParaRPr sz="1400" b="0" i="0" u="none" strike="noStrike" cap="none">
              <a:solidFill>
                <a:srgbClr val="CCCCCC"/>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156"/>
        <p:cNvGrpSpPr/>
        <p:nvPr/>
      </p:nvGrpSpPr>
      <p:grpSpPr>
        <a:xfrm>
          <a:off x="0" y="0"/>
          <a:ext cx="0" cy="0"/>
          <a:chOff x="0" y="0"/>
          <a:chExt cx="0" cy="0"/>
        </a:xfrm>
      </p:grpSpPr>
      <p:sp>
        <p:nvSpPr>
          <p:cNvPr id="157" name="Google Shape;157;p25"/>
          <p:cNvSpPr txBox="1"/>
          <p:nvPr/>
        </p:nvSpPr>
        <p:spPr>
          <a:xfrm>
            <a:off x="969600" y="2286000"/>
            <a:ext cx="16362600" cy="1477800"/>
          </a:xfrm>
          <a:prstGeom prst="rect">
            <a:avLst/>
          </a:prstGeom>
          <a:noFill/>
          <a:ln>
            <a:noFill/>
          </a:ln>
        </p:spPr>
        <p:txBody>
          <a:bodyPr spcFirstLastPara="1" wrap="square" lIns="0" tIns="0" rIns="0" bIns="0" anchor="t" anchorCtr="0">
            <a:spAutoFit/>
          </a:bodyPr>
          <a:lstStyle/>
          <a:p>
            <a:pPr marL="0" marR="0" lvl="0" indent="0" algn="justLow" rtl="0">
              <a:lnSpc>
                <a:spcPct val="100000"/>
              </a:lnSpc>
              <a:spcBef>
                <a:spcPts val="0"/>
              </a:spcBef>
              <a:spcAft>
                <a:spcPts val="0"/>
              </a:spcAft>
              <a:buClr>
                <a:schemeClr val="dk1"/>
              </a:buClr>
              <a:buSzPts val="3000"/>
              <a:buFont typeface="Arial"/>
              <a:buNone/>
            </a:pPr>
            <a:r>
              <a:rPr lang="en" sz="2400" b="0" i="0" u="none" strike="noStrike" cap="none" dirty="0">
                <a:solidFill>
                  <a:srgbClr val="282828"/>
                </a:solidFill>
                <a:latin typeface="Montserrat"/>
                <a:ea typeface="Montserrat"/>
                <a:cs typeface="Montserrat"/>
                <a:sym typeface="Montserrat"/>
              </a:rPr>
              <a:t>We believe effective communication is the cornerstone of any organization’s success. That’s why we offer unique consultancy in communication and public relations, helping to build a strong reputation and strengthen our clients' brand in competitive markets.</a:t>
            </a:r>
            <a:endParaRPr sz="2400" b="0" i="0" u="none" strike="noStrike" cap="none" dirty="0">
              <a:solidFill>
                <a:srgbClr val="000000"/>
              </a:solidFill>
              <a:latin typeface="Montserrat"/>
              <a:ea typeface="Montserrat"/>
              <a:cs typeface="Montserrat"/>
              <a:sym typeface="Montserrat"/>
            </a:endParaRPr>
          </a:p>
          <a:p>
            <a:pPr marL="0" marR="0" lvl="0" indent="0" algn="justLow" rtl="1">
              <a:lnSpc>
                <a:spcPct val="100000"/>
              </a:lnSpc>
              <a:spcBef>
                <a:spcPts val="0"/>
              </a:spcBef>
              <a:spcAft>
                <a:spcPts val="0"/>
              </a:spcAft>
              <a:buClr>
                <a:srgbClr val="000000"/>
              </a:buClr>
              <a:buSzPts val="3000"/>
              <a:buFont typeface="Arial"/>
              <a:buNone/>
            </a:pPr>
            <a:endParaRPr sz="2400" b="0" i="0" u="none" strike="noStrike" cap="none" dirty="0">
              <a:solidFill>
                <a:srgbClr val="282828"/>
              </a:solidFill>
              <a:latin typeface="Montserrat"/>
              <a:ea typeface="Montserrat"/>
              <a:cs typeface="Montserrat"/>
              <a:sym typeface="Montserrat"/>
            </a:endParaRPr>
          </a:p>
        </p:txBody>
      </p:sp>
      <p:sp>
        <p:nvSpPr>
          <p:cNvPr id="158" name="Google Shape;158;p25"/>
          <p:cNvSpPr txBox="1"/>
          <p:nvPr/>
        </p:nvSpPr>
        <p:spPr>
          <a:xfrm>
            <a:off x="969475" y="1371600"/>
            <a:ext cx="163626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3600" b="1" i="0" u="none" strike="noStrike" cap="none">
                <a:solidFill>
                  <a:srgbClr val="FA9632"/>
                </a:solidFill>
                <a:latin typeface="Montserrat"/>
                <a:ea typeface="Montserrat"/>
                <a:cs typeface="Montserrat"/>
                <a:sym typeface="Montserrat"/>
              </a:rPr>
              <a:t>Core Services</a:t>
            </a:r>
            <a:endParaRPr sz="3600" b="0" i="0" u="none" strike="noStrike" cap="none">
              <a:solidFill>
                <a:srgbClr val="000000"/>
              </a:solidFill>
              <a:latin typeface="Montserrat"/>
              <a:ea typeface="Montserrat"/>
              <a:cs typeface="Montserrat"/>
              <a:sym typeface="Montserrat"/>
            </a:endParaRPr>
          </a:p>
        </p:txBody>
      </p:sp>
      <p:sp>
        <p:nvSpPr>
          <p:cNvPr id="159" name="Google Shape;159;p25"/>
          <p:cNvSpPr txBox="1"/>
          <p:nvPr/>
        </p:nvSpPr>
        <p:spPr>
          <a:xfrm>
            <a:off x="5229425" y="7315800"/>
            <a:ext cx="3631800" cy="835800"/>
          </a:xfrm>
          <a:prstGeom prst="rect">
            <a:avLst/>
          </a:prstGeom>
          <a:noFill/>
          <a:ln>
            <a:noFill/>
          </a:ln>
        </p:spPr>
        <p:txBody>
          <a:bodyPr spcFirstLastPara="1" wrap="square" lIns="55425" tIns="55425" rIns="55425" bIns="55425" anchor="t" anchorCtr="0">
            <a:noAutofit/>
          </a:bodyPr>
          <a:lstStyle/>
          <a:p>
            <a:pPr marL="0" marR="0" lvl="0" indent="0" algn="ctr" rtl="0">
              <a:lnSpc>
                <a:spcPct val="115000"/>
              </a:lnSpc>
              <a:spcBef>
                <a:spcPts val="0"/>
              </a:spcBef>
              <a:spcAft>
                <a:spcPts val="0"/>
              </a:spcAft>
              <a:buClr>
                <a:srgbClr val="000000"/>
              </a:buClr>
              <a:buSzPts val="2200"/>
              <a:buFont typeface="Arial"/>
              <a:buNone/>
            </a:pPr>
            <a:r>
              <a:rPr lang="en" sz="1800" b="1" i="0" u="none" strike="noStrike" cap="none">
                <a:solidFill>
                  <a:schemeClr val="dk2"/>
                </a:solidFill>
                <a:latin typeface="Montserrat"/>
                <a:ea typeface="Montserrat"/>
                <a:cs typeface="Montserrat"/>
                <a:sym typeface="Montserrat"/>
              </a:rPr>
              <a:t>Public Relations</a:t>
            </a:r>
            <a:endParaRPr sz="1800" b="0" i="0" u="none" strike="noStrike" cap="none">
              <a:solidFill>
                <a:srgbClr val="000000"/>
              </a:solidFill>
              <a:latin typeface="Montserrat"/>
              <a:ea typeface="Montserrat"/>
              <a:cs typeface="Montserrat"/>
              <a:sym typeface="Montserrat"/>
            </a:endParaRPr>
          </a:p>
          <a:p>
            <a:pPr marL="0" marR="0" lvl="0" indent="0" algn="ctr" rtl="0">
              <a:lnSpc>
                <a:spcPct val="115000"/>
              </a:lnSpc>
              <a:spcBef>
                <a:spcPts val="0"/>
              </a:spcBef>
              <a:spcAft>
                <a:spcPts val="0"/>
              </a:spcAft>
              <a:buClr>
                <a:srgbClr val="000000"/>
              </a:buClr>
              <a:buSzPts val="2200"/>
              <a:buFont typeface="Arial"/>
              <a:buNone/>
            </a:pPr>
            <a:r>
              <a:rPr lang="en" sz="1800" b="1" i="0" u="none" strike="noStrike" cap="none">
                <a:solidFill>
                  <a:schemeClr val="dk2"/>
                </a:solidFill>
                <a:latin typeface="Montserrat"/>
                <a:ea typeface="Montserrat"/>
                <a:cs typeface="Montserrat"/>
                <a:sym typeface="Montserrat"/>
              </a:rPr>
              <a:t> &amp; Media Crisis Management</a:t>
            </a:r>
            <a:endParaRPr sz="1800" b="0" i="0" u="none" strike="noStrike" cap="none">
              <a:solidFill>
                <a:srgbClr val="000000"/>
              </a:solidFill>
              <a:latin typeface="Montserrat"/>
              <a:ea typeface="Montserrat"/>
              <a:cs typeface="Montserrat"/>
              <a:sym typeface="Montserrat"/>
            </a:endParaRPr>
          </a:p>
        </p:txBody>
      </p:sp>
      <p:sp>
        <p:nvSpPr>
          <p:cNvPr id="160" name="Google Shape;160;p25"/>
          <p:cNvSpPr txBox="1"/>
          <p:nvPr/>
        </p:nvSpPr>
        <p:spPr>
          <a:xfrm>
            <a:off x="9479713" y="7312950"/>
            <a:ext cx="3631800" cy="841500"/>
          </a:xfrm>
          <a:prstGeom prst="rect">
            <a:avLst/>
          </a:prstGeom>
          <a:noFill/>
          <a:ln>
            <a:noFill/>
          </a:ln>
        </p:spPr>
        <p:txBody>
          <a:bodyPr spcFirstLastPara="1" wrap="square" lIns="55425" tIns="55425" rIns="0" bIns="55425" anchor="t" anchorCtr="0">
            <a:noAutofit/>
          </a:bodyPr>
          <a:lstStyle/>
          <a:p>
            <a:pPr marL="0" marR="0" lvl="0" indent="0" algn="ctr" rtl="0">
              <a:lnSpc>
                <a:spcPct val="115000"/>
              </a:lnSpc>
              <a:spcBef>
                <a:spcPts val="0"/>
              </a:spcBef>
              <a:spcAft>
                <a:spcPts val="0"/>
              </a:spcAft>
              <a:buClr>
                <a:srgbClr val="000000"/>
              </a:buClr>
              <a:buSzPts val="2200"/>
              <a:buFont typeface="Arial"/>
              <a:buNone/>
            </a:pPr>
            <a:r>
              <a:rPr lang="en" sz="1800" b="1" i="0" u="none" strike="noStrike" cap="none">
                <a:solidFill>
                  <a:schemeClr val="dk2"/>
                </a:solidFill>
                <a:latin typeface="Montserrat"/>
                <a:ea typeface="Montserrat"/>
                <a:cs typeface="Montserrat"/>
                <a:sym typeface="Montserrat"/>
              </a:rPr>
              <a:t>Communication &amp; Marketing Strategies</a:t>
            </a:r>
            <a:endParaRPr sz="1800" b="0" i="0" u="none" strike="noStrike" cap="none">
              <a:solidFill>
                <a:srgbClr val="000000"/>
              </a:solidFill>
              <a:latin typeface="Montserrat"/>
              <a:ea typeface="Montserrat"/>
              <a:cs typeface="Montserrat"/>
              <a:sym typeface="Montserrat"/>
            </a:endParaRPr>
          </a:p>
          <a:p>
            <a:pPr marL="0" marR="0" lvl="0" indent="0" algn="ctr" rtl="0">
              <a:lnSpc>
                <a:spcPct val="115000"/>
              </a:lnSpc>
              <a:spcBef>
                <a:spcPts val="0"/>
              </a:spcBef>
              <a:spcAft>
                <a:spcPts val="0"/>
              </a:spcAft>
              <a:buClr>
                <a:srgbClr val="000000"/>
              </a:buClr>
              <a:buSzPts val="2200"/>
              <a:buFont typeface="Arial"/>
              <a:buNone/>
            </a:pPr>
            <a:endParaRPr sz="1800" b="1" i="0" u="none" strike="noStrike" cap="none">
              <a:solidFill>
                <a:schemeClr val="dk2"/>
              </a:solidFill>
              <a:latin typeface="Montserrat"/>
              <a:ea typeface="Montserrat"/>
              <a:cs typeface="Montserrat"/>
              <a:sym typeface="Montserrat"/>
            </a:endParaRPr>
          </a:p>
        </p:txBody>
      </p:sp>
      <p:sp>
        <p:nvSpPr>
          <p:cNvPr id="161" name="Google Shape;161;p25"/>
          <p:cNvSpPr txBox="1"/>
          <p:nvPr/>
        </p:nvSpPr>
        <p:spPr>
          <a:xfrm>
            <a:off x="13730013" y="7312950"/>
            <a:ext cx="3631800" cy="835800"/>
          </a:xfrm>
          <a:prstGeom prst="rect">
            <a:avLst/>
          </a:prstGeom>
          <a:noFill/>
          <a:ln>
            <a:noFill/>
          </a:ln>
        </p:spPr>
        <p:txBody>
          <a:bodyPr spcFirstLastPara="1" wrap="square" lIns="55425" tIns="55425" rIns="0" bIns="55425" anchor="t" anchorCtr="0">
            <a:noAutofit/>
          </a:bodyPr>
          <a:lstStyle/>
          <a:p>
            <a:pPr marL="0" marR="0" lvl="0" indent="0" algn="ctr" rtl="0">
              <a:lnSpc>
                <a:spcPct val="115000"/>
              </a:lnSpc>
              <a:spcBef>
                <a:spcPts val="0"/>
              </a:spcBef>
              <a:spcAft>
                <a:spcPts val="0"/>
              </a:spcAft>
              <a:buClr>
                <a:srgbClr val="000000"/>
              </a:buClr>
              <a:buSzPts val="2200"/>
              <a:buFont typeface="Arial"/>
              <a:buNone/>
            </a:pPr>
            <a:r>
              <a:rPr lang="en" sz="1800" b="1" i="0" u="none" strike="noStrike" cap="none">
                <a:solidFill>
                  <a:schemeClr val="dk2"/>
                </a:solidFill>
                <a:latin typeface="Montserrat"/>
                <a:ea typeface="Montserrat"/>
                <a:cs typeface="Montserrat"/>
                <a:sym typeface="Montserrat"/>
              </a:rPr>
              <a:t>Strategic Communication</a:t>
            </a:r>
            <a:endParaRPr sz="1800" b="0" i="0" u="none" strike="noStrike" cap="none">
              <a:solidFill>
                <a:srgbClr val="000000"/>
              </a:solidFill>
              <a:latin typeface="Montserrat"/>
              <a:ea typeface="Montserrat"/>
              <a:cs typeface="Montserrat"/>
              <a:sym typeface="Montserrat"/>
            </a:endParaRPr>
          </a:p>
          <a:p>
            <a:pPr marL="0" marR="0" lvl="0" indent="0" algn="ctr" rtl="0">
              <a:lnSpc>
                <a:spcPct val="115000"/>
              </a:lnSpc>
              <a:spcBef>
                <a:spcPts val="0"/>
              </a:spcBef>
              <a:spcAft>
                <a:spcPts val="0"/>
              </a:spcAft>
              <a:buClr>
                <a:srgbClr val="000000"/>
              </a:buClr>
              <a:buSzPts val="2200"/>
              <a:buFont typeface="Arial"/>
              <a:buNone/>
            </a:pPr>
            <a:r>
              <a:rPr lang="en" sz="1800" b="1" i="0" u="none" strike="noStrike" cap="none">
                <a:solidFill>
                  <a:schemeClr val="dk2"/>
                </a:solidFill>
                <a:latin typeface="Montserrat"/>
                <a:ea typeface="Montserrat"/>
                <a:cs typeface="Montserrat"/>
                <a:sym typeface="Montserrat"/>
              </a:rPr>
              <a:t> &amp; Positive Collaboration</a:t>
            </a:r>
            <a:endParaRPr sz="1800" b="0" i="0" u="none" strike="noStrike" cap="none">
              <a:solidFill>
                <a:srgbClr val="000000"/>
              </a:solidFill>
              <a:latin typeface="Montserrat"/>
              <a:ea typeface="Montserrat"/>
              <a:cs typeface="Montserrat"/>
              <a:sym typeface="Montserrat"/>
            </a:endParaRPr>
          </a:p>
        </p:txBody>
      </p:sp>
      <p:sp>
        <p:nvSpPr>
          <p:cNvPr id="162" name="Google Shape;162;p25"/>
          <p:cNvSpPr txBox="1"/>
          <p:nvPr/>
        </p:nvSpPr>
        <p:spPr>
          <a:xfrm>
            <a:off x="1125837" y="7337550"/>
            <a:ext cx="3236400" cy="792300"/>
          </a:xfrm>
          <a:prstGeom prst="rect">
            <a:avLst/>
          </a:prstGeom>
          <a:noFill/>
          <a:ln>
            <a:noFill/>
          </a:ln>
        </p:spPr>
        <p:txBody>
          <a:bodyPr spcFirstLastPara="1" wrap="square" lIns="55425" tIns="55425" rIns="0" bIns="55425" anchor="t" anchorCtr="0">
            <a:noAutofit/>
          </a:bodyPr>
          <a:lstStyle/>
          <a:p>
            <a:pPr marL="0" marR="0" lvl="0" indent="0" algn="ctr" rtl="0">
              <a:lnSpc>
                <a:spcPct val="115000"/>
              </a:lnSpc>
              <a:spcBef>
                <a:spcPts val="0"/>
              </a:spcBef>
              <a:spcAft>
                <a:spcPts val="0"/>
              </a:spcAft>
              <a:buClr>
                <a:srgbClr val="000000"/>
              </a:buClr>
              <a:buSzPts val="2200"/>
              <a:buFont typeface="Arial"/>
              <a:buNone/>
            </a:pPr>
            <a:r>
              <a:rPr lang="en" sz="1800" b="1" i="0" u="none" strike="noStrike" cap="none">
                <a:solidFill>
                  <a:schemeClr val="dk2"/>
                </a:solidFill>
                <a:latin typeface="Montserrat"/>
                <a:ea typeface="Montserrat"/>
                <a:cs typeface="Montserrat"/>
                <a:sym typeface="Montserrat"/>
              </a:rPr>
              <a:t>Reputation Management</a:t>
            </a:r>
            <a:endParaRPr sz="1800" b="0" i="0" u="none" strike="noStrike" cap="none">
              <a:solidFill>
                <a:srgbClr val="000000"/>
              </a:solidFill>
              <a:latin typeface="Montserrat"/>
              <a:ea typeface="Montserrat"/>
              <a:cs typeface="Montserrat"/>
              <a:sym typeface="Montserrat"/>
            </a:endParaRPr>
          </a:p>
          <a:p>
            <a:pPr marL="0" marR="0" lvl="0" indent="0" algn="ctr" rtl="0">
              <a:lnSpc>
                <a:spcPct val="115000"/>
              </a:lnSpc>
              <a:spcBef>
                <a:spcPts val="0"/>
              </a:spcBef>
              <a:spcAft>
                <a:spcPts val="0"/>
              </a:spcAft>
              <a:buClr>
                <a:srgbClr val="000000"/>
              </a:buClr>
              <a:buSzPts val="2200"/>
              <a:buFont typeface="Arial"/>
              <a:buNone/>
            </a:pPr>
            <a:r>
              <a:rPr lang="en" sz="1800" b="1" i="0" u="none" strike="noStrike" cap="none">
                <a:solidFill>
                  <a:schemeClr val="dk2"/>
                </a:solidFill>
                <a:latin typeface="Montserrat"/>
                <a:ea typeface="Montserrat"/>
                <a:cs typeface="Montserrat"/>
                <a:sym typeface="Montserrat"/>
              </a:rPr>
              <a:t>Media appearances</a:t>
            </a:r>
            <a:endParaRPr sz="1800" b="0" i="0" u="none" strike="noStrike" cap="none">
              <a:solidFill>
                <a:srgbClr val="000000"/>
              </a:solidFill>
              <a:latin typeface="Montserrat"/>
              <a:ea typeface="Montserrat"/>
              <a:cs typeface="Montserrat"/>
              <a:sym typeface="Montserrat"/>
            </a:endParaRPr>
          </a:p>
        </p:txBody>
      </p:sp>
      <p:pic>
        <p:nvPicPr>
          <p:cNvPr id="163" name="Google Shape;163;p25" title="2.png"/>
          <p:cNvPicPr preferRelativeResize="0"/>
          <p:nvPr/>
        </p:nvPicPr>
        <p:blipFill rotWithShape="1">
          <a:blip r:embed="rId3">
            <a:alphaModFix/>
          </a:blip>
          <a:srcRect/>
          <a:stretch/>
        </p:blipFill>
        <p:spPr>
          <a:xfrm>
            <a:off x="13771339" y="3799706"/>
            <a:ext cx="3549148" cy="3549148"/>
          </a:xfrm>
          <a:prstGeom prst="rect">
            <a:avLst/>
          </a:prstGeom>
          <a:noFill/>
          <a:ln>
            <a:noFill/>
          </a:ln>
        </p:spPr>
      </p:pic>
      <p:pic>
        <p:nvPicPr>
          <p:cNvPr id="164" name="Google Shape;164;p25" title="4.png"/>
          <p:cNvPicPr preferRelativeResize="0"/>
          <p:nvPr/>
        </p:nvPicPr>
        <p:blipFill rotWithShape="1">
          <a:blip r:embed="rId4">
            <a:alphaModFix/>
          </a:blip>
          <a:srcRect/>
          <a:stretch/>
        </p:blipFill>
        <p:spPr>
          <a:xfrm>
            <a:off x="5269850" y="4046091"/>
            <a:ext cx="3549148" cy="3549148"/>
          </a:xfrm>
          <a:prstGeom prst="rect">
            <a:avLst/>
          </a:prstGeom>
          <a:noFill/>
          <a:ln>
            <a:noFill/>
          </a:ln>
        </p:spPr>
      </p:pic>
      <p:pic>
        <p:nvPicPr>
          <p:cNvPr id="165" name="Google Shape;165;p25" title="1.png"/>
          <p:cNvPicPr preferRelativeResize="0"/>
          <p:nvPr/>
        </p:nvPicPr>
        <p:blipFill rotWithShape="1">
          <a:blip r:embed="rId5">
            <a:alphaModFix/>
          </a:blip>
          <a:srcRect/>
          <a:stretch/>
        </p:blipFill>
        <p:spPr>
          <a:xfrm>
            <a:off x="969463" y="4135856"/>
            <a:ext cx="3549148" cy="3549148"/>
          </a:xfrm>
          <a:prstGeom prst="rect">
            <a:avLst/>
          </a:prstGeom>
          <a:noFill/>
          <a:ln>
            <a:noFill/>
          </a:ln>
        </p:spPr>
      </p:pic>
      <p:pic>
        <p:nvPicPr>
          <p:cNvPr id="166" name="Google Shape;166;p25" title="3.png"/>
          <p:cNvPicPr preferRelativeResize="0"/>
          <p:nvPr/>
        </p:nvPicPr>
        <p:blipFill rotWithShape="1">
          <a:blip r:embed="rId6">
            <a:alphaModFix/>
          </a:blip>
          <a:srcRect/>
          <a:stretch/>
        </p:blipFill>
        <p:spPr>
          <a:xfrm>
            <a:off x="9522186" y="4130203"/>
            <a:ext cx="3524552" cy="3524552"/>
          </a:xfrm>
          <a:prstGeom prst="rect">
            <a:avLst/>
          </a:prstGeom>
          <a:noFill/>
          <a:ln>
            <a:noFill/>
          </a:ln>
        </p:spPr>
      </p:pic>
      <p:sp>
        <p:nvSpPr>
          <p:cNvPr id="167" name="Google Shape;167;p25"/>
          <p:cNvSpPr txBox="1"/>
          <p:nvPr/>
        </p:nvSpPr>
        <p:spPr>
          <a:xfrm>
            <a:off x="15771300" y="9601200"/>
            <a:ext cx="1523100" cy="3009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CCCCCC"/>
                </a:solidFill>
                <a:latin typeface="Montserrat"/>
                <a:ea typeface="Montserrat"/>
                <a:cs typeface="Montserrat"/>
                <a:sym typeface="Montserrat"/>
              </a:rPr>
              <a:t>5</a:t>
            </a:fld>
            <a:endParaRPr sz="1400" b="0" i="0" u="none" strike="noStrike" cap="none">
              <a:solidFill>
                <a:srgbClr val="CCCCCC"/>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Shape 194"/>
        <p:cNvGrpSpPr/>
        <p:nvPr/>
      </p:nvGrpSpPr>
      <p:grpSpPr>
        <a:xfrm>
          <a:off x="0" y="0"/>
          <a:ext cx="0" cy="0"/>
          <a:chOff x="0" y="0"/>
          <a:chExt cx="0" cy="0"/>
        </a:xfrm>
      </p:grpSpPr>
      <p:sp>
        <p:nvSpPr>
          <p:cNvPr id="195" name="Google Shape;195;p29"/>
          <p:cNvSpPr txBox="1"/>
          <p:nvPr/>
        </p:nvSpPr>
        <p:spPr>
          <a:xfrm>
            <a:off x="914400" y="2286000"/>
            <a:ext cx="16417800" cy="955646"/>
          </a:xfrm>
          <a:prstGeom prst="rect">
            <a:avLst/>
          </a:prstGeom>
          <a:noFill/>
          <a:ln>
            <a:noFill/>
          </a:ln>
        </p:spPr>
        <p:txBody>
          <a:bodyPr spcFirstLastPara="1" wrap="square" lIns="0" tIns="0" rIns="0" bIns="0" anchor="t" anchorCtr="0">
            <a:spAutoFit/>
          </a:bodyPr>
          <a:lstStyle/>
          <a:p>
            <a:pPr marL="0" marR="0" lvl="0" indent="0" algn="justLow" rtl="0">
              <a:lnSpc>
                <a:spcPct val="115000"/>
              </a:lnSpc>
              <a:spcBef>
                <a:spcPts val="0"/>
              </a:spcBef>
              <a:spcAft>
                <a:spcPts val="0"/>
              </a:spcAft>
              <a:buClr>
                <a:srgbClr val="000000"/>
              </a:buClr>
              <a:buSzPts val="2400"/>
              <a:buFont typeface="Arial"/>
              <a:buNone/>
            </a:pPr>
            <a:r>
              <a:rPr lang="en" sz="1800" b="0" i="0" u="none" strike="noStrike" cap="none" dirty="0">
                <a:solidFill>
                  <a:srgbClr val="595959"/>
                </a:solidFill>
                <a:latin typeface="Montserrat"/>
                <a:ea typeface="Montserrat"/>
                <a:cs typeface="Montserrat"/>
                <a:sym typeface="Montserrat"/>
              </a:rPr>
              <a:t>Strategic Communication and Positive Collaboration are fundamental in enhancing effective relationships between diverse stakeholders.</a:t>
            </a:r>
            <a:endParaRPr sz="1800" b="0" i="0" u="none" strike="noStrike" cap="none" dirty="0">
              <a:solidFill>
                <a:srgbClr val="000000"/>
              </a:solidFill>
              <a:latin typeface="Montserrat"/>
              <a:ea typeface="Montserrat"/>
              <a:cs typeface="Montserrat"/>
              <a:sym typeface="Montserrat"/>
            </a:endParaRPr>
          </a:p>
          <a:p>
            <a:pPr marL="0" marR="0" lvl="0" indent="0" algn="justLow" rtl="0">
              <a:lnSpc>
                <a:spcPct val="115000"/>
              </a:lnSpc>
              <a:spcBef>
                <a:spcPts val="0"/>
              </a:spcBef>
              <a:spcAft>
                <a:spcPts val="0"/>
              </a:spcAft>
              <a:buClr>
                <a:schemeClr val="dk1"/>
              </a:buClr>
              <a:buSzPts val="2400"/>
              <a:buFont typeface="Arial"/>
              <a:buNone/>
            </a:pPr>
            <a:r>
              <a:rPr lang="en" sz="1800" b="0" i="0" u="none" strike="noStrike" cap="none" dirty="0">
                <a:solidFill>
                  <a:srgbClr val="595959"/>
                </a:solidFill>
                <a:latin typeface="Montserrat"/>
                <a:ea typeface="Montserrat"/>
                <a:cs typeface="Montserrat"/>
                <a:sym typeface="Montserrat"/>
              </a:rPr>
              <a:t>We believe that collaborative work is the key to building deeper understanding and reducing communication gaps between leaders in the private sector and decision-makers in the government sector.</a:t>
            </a:r>
            <a:endParaRPr sz="1800" b="0" i="0" u="none" strike="noStrike" cap="none" dirty="0">
              <a:solidFill>
                <a:srgbClr val="595959"/>
              </a:solidFill>
              <a:latin typeface="Montserrat"/>
              <a:ea typeface="Montserrat"/>
              <a:cs typeface="Montserrat"/>
              <a:sym typeface="Montserrat"/>
            </a:endParaRPr>
          </a:p>
        </p:txBody>
      </p:sp>
      <p:sp>
        <p:nvSpPr>
          <p:cNvPr id="196" name="Google Shape;196;p29"/>
          <p:cNvSpPr txBox="1"/>
          <p:nvPr/>
        </p:nvSpPr>
        <p:spPr>
          <a:xfrm>
            <a:off x="914475" y="1371600"/>
            <a:ext cx="164178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3600" b="1" i="0" u="none" strike="noStrike" cap="none">
                <a:solidFill>
                  <a:srgbClr val="FA9632"/>
                </a:solidFill>
                <a:latin typeface="Montserrat"/>
                <a:ea typeface="Montserrat"/>
                <a:cs typeface="Montserrat"/>
                <a:sym typeface="Montserrat"/>
              </a:rPr>
              <a:t>Strategic Communication &amp; Positive Collaboration</a:t>
            </a:r>
            <a:endParaRPr sz="1400" b="0" i="0" u="none" strike="noStrike" cap="none">
              <a:solidFill>
                <a:srgbClr val="000000"/>
              </a:solidFill>
              <a:latin typeface="Montserrat"/>
              <a:ea typeface="Montserrat"/>
              <a:cs typeface="Montserrat"/>
              <a:sym typeface="Montserrat"/>
            </a:endParaRPr>
          </a:p>
        </p:txBody>
      </p:sp>
      <p:sp>
        <p:nvSpPr>
          <p:cNvPr id="197" name="Google Shape;197;p29"/>
          <p:cNvSpPr txBox="1"/>
          <p:nvPr/>
        </p:nvSpPr>
        <p:spPr>
          <a:xfrm>
            <a:off x="12427750" y="5347300"/>
            <a:ext cx="4941000" cy="369300"/>
          </a:xfrm>
          <a:prstGeom prst="rect">
            <a:avLst/>
          </a:prstGeom>
          <a:noFill/>
          <a:ln>
            <a:noFill/>
          </a:ln>
        </p:spPr>
        <p:txBody>
          <a:bodyPr spcFirstLastPara="1" wrap="square" lIns="0" tIns="0" rIns="0" bIns="0" anchor="t" anchorCtr="0">
            <a:spAutoFit/>
          </a:bodyPr>
          <a:lstStyle/>
          <a:p>
            <a:pPr marL="457200" marR="0" lvl="0" indent="457200" algn="just" rtl="0">
              <a:lnSpc>
                <a:spcPct val="100000"/>
              </a:lnSpc>
              <a:spcBef>
                <a:spcPts val="0"/>
              </a:spcBef>
              <a:spcAft>
                <a:spcPts val="0"/>
              </a:spcAft>
              <a:buClr>
                <a:schemeClr val="dk1"/>
              </a:buClr>
              <a:buSzPts val="2400"/>
              <a:buFont typeface="Arial"/>
              <a:buNone/>
            </a:pPr>
            <a:r>
              <a:rPr lang="en" sz="2400" b="1">
                <a:solidFill>
                  <a:srgbClr val="595959"/>
                </a:solidFill>
                <a:latin typeface="Montserrat"/>
                <a:ea typeface="Montserrat"/>
                <a:cs typeface="Montserrat"/>
                <a:sym typeface="Montserrat"/>
              </a:rPr>
              <a:t>   </a:t>
            </a:r>
            <a:r>
              <a:rPr lang="en" sz="2400" b="1" i="0" u="none" strike="noStrike" cap="none">
                <a:solidFill>
                  <a:srgbClr val="595959"/>
                </a:solidFill>
                <a:latin typeface="Montserrat"/>
                <a:ea typeface="Montserrat"/>
                <a:cs typeface="Montserrat"/>
                <a:sym typeface="Montserrat"/>
              </a:rPr>
              <a:t>Advocacy</a:t>
            </a:r>
            <a:endParaRPr sz="1800" b="0" i="0" u="none" strike="noStrike" cap="none">
              <a:solidFill>
                <a:srgbClr val="000000"/>
              </a:solidFill>
              <a:latin typeface="Montserrat"/>
              <a:ea typeface="Montserrat"/>
              <a:cs typeface="Montserrat"/>
              <a:sym typeface="Montserrat"/>
            </a:endParaRPr>
          </a:p>
        </p:txBody>
      </p:sp>
      <p:sp>
        <p:nvSpPr>
          <p:cNvPr id="198" name="Google Shape;198;p29"/>
          <p:cNvSpPr txBox="1"/>
          <p:nvPr/>
        </p:nvSpPr>
        <p:spPr>
          <a:xfrm>
            <a:off x="6683375" y="5347300"/>
            <a:ext cx="4941000" cy="369300"/>
          </a:xfrm>
          <a:prstGeom prst="rect">
            <a:avLst/>
          </a:prstGeom>
          <a:noFill/>
          <a:ln>
            <a:noFill/>
          </a:ln>
        </p:spPr>
        <p:txBody>
          <a:bodyPr spcFirstLastPara="1" wrap="square" lIns="0" tIns="0" rIns="0" bIns="0" anchor="t" anchorCtr="0">
            <a:spAutoFit/>
          </a:bodyPr>
          <a:lstStyle/>
          <a:p>
            <a:pPr marL="457200" marR="0" lvl="0" indent="457200" algn="l" rtl="0">
              <a:lnSpc>
                <a:spcPct val="100000"/>
              </a:lnSpc>
              <a:spcBef>
                <a:spcPts val="0"/>
              </a:spcBef>
              <a:spcAft>
                <a:spcPts val="0"/>
              </a:spcAft>
              <a:buClr>
                <a:srgbClr val="000000"/>
              </a:buClr>
              <a:buSzPts val="2400"/>
              <a:buFont typeface="Arial"/>
              <a:buNone/>
            </a:pPr>
            <a:r>
              <a:rPr lang="en" sz="2400" b="1">
                <a:solidFill>
                  <a:srgbClr val="595959"/>
                </a:solidFill>
                <a:latin typeface="Montserrat"/>
                <a:ea typeface="Montserrat"/>
                <a:cs typeface="Montserrat"/>
                <a:sym typeface="Montserrat"/>
              </a:rPr>
              <a:t>   </a:t>
            </a:r>
            <a:r>
              <a:rPr lang="en" sz="2400" b="1" i="0" u="none" strike="noStrike" cap="none">
                <a:solidFill>
                  <a:srgbClr val="595959"/>
                </a:solidFill>
                <a:latin typeface="Montserrat"/>
                <a:ea typeface="Montserrat"/>
                <a:cs typeface="Montserrat"/>
                <a:sym typeface="Montserrat"/>
              </a:rPr>
              <a:t>Image Building</a:t>
            </a:r>
            <a:endParaRPr sz="1800" b="0" i="0" u="none" strike="noStrike" cap="none">
              <a:solidFill>
                <a:srgbClr val="000000"/>
              </a:solidFill>
              <a:latin typeface="Montserrat"/>
              <a:ea typeface="Montserrat"/>
              <a:cs typeface="Montserrat"/>
              <a:sym typeface="Montserrat"/>
            </a:endParaRPr>
          </a:p>
        </p:txBody>
      </p:sp>
      <p:sp>
        <p:nvSpPr>
          <p:cNvPr id="199" name="Google Shape;199;p29"/>
          <p:cNvSpPr txBox="1"/>
          <p:nvPr/>
        </p:nvSpPr>
        <p:spPr>
          <a:xfrm>
            <a:off x="914400" y="5115850"/>
            <a:ext cx="4979100" cy="738900"/>
          </a:xfrm>
          <a:prstGeom prst="rect">
            <a:avLst/>
          </a:prstGeom>
          <a:noFill/>
          <a:ln>
            <a:noFill/>
          </a:ln>
        </p:spPr>
        <p:txBody>
          <a:bodyPr spcFirstLastPara="1" wrap="square" lIns="0" tIns="0" rIns="0" bIns="0" anchor="t" anchorCtr="0">
            <a:spAutoFit/>
          </a:bodyPr>
          <a:lstStyle/>
          <a:p>
            <a:pPr marL="914400" marR="0" lvl="0" indent="0" algn="l" rtl="0">
              <a:lnSpc>
                <a:spcPct val="100000"/>
              </a:lnSpc>
              <a:spcBef>
                <a:spcPts val="0"/>
              </a:spcBef>
              <a:spcAft>
                <a:spcPts val="0"/>
              </a:spcAft>
              <a:buClr>
                <a:srgbClr val="000000"/>
              </a:buClr>
              <a:buSzPts val="2400"/>
              <a:buFont typeface="Arial"/>
              <a:buNone/>
            </a:pPr>
            <a:r>
              <a:rPr lang="en" sz="1800" b="1">
                <a:solidFill>
                  <a:srgbClr val="595959"/>
                </a:solidFill>
                <a:latin typeface="Montserrat"/>
                <a:ea typeface="Montserrat"/>
                <a:cs typeface="Montserrat"/>
                <a:sym typeface="Montserrat"/>
              </a:rPr>
              <a:t> </a:t>
            </a:r>
            <a:r>
              <a:rPr lang="en" sz="2200" b="1">
                <a:solidFill>
                  <a:srgbClr val="595959"/>
                </a:solidFill>
                <a:latin typeface="Montserrat"/>
                <a:ea typeface="Montserrat"/>
                <a:cs typeface="Montserrat"/>
                <a:sym typeface="Montserrat"/>
              </a:rPr>
              <a:t>  </a:t>
            </a:r>
            <a:r>
              <a:rPr lang="en" sz="2400" b="1" i="0" u="none" strike="noStrike" cap="none">
                <a:solidFill>
                  <a:srgbClr val="595959"/>
                </a:solidFill>
                <a:latin typeface="Montserrat"/>
                <a:ea typeface="Montserrat"/>
                <a:cs typeface="Montserrat"/>
                <a:sym typeface="Montserrat"/>
              </a:rPr>
              <a:t>Communication and</a:t>
            </a:r>
            <a:endParaRPr sz="2400" b="1" i="0" u="none" strike="noStrike" cap="none">
              <a:solidFill>
                <a:srgbClr val="595959"/>
              </a:solidFill>
              <a:latin typeface="Montserrat"/>
              <a:ea typeface="Montserrat"/>
              <a:cs typeface="Montserrat"/>
              <a:sym typeface="Montserrat"/>
            </a:endParaRPr>
          </a:p>
          <a:p>
            <a:pPr marL="914400" marR="0" lvl="0" indent="0" algn="l" rtl="0">
              <a:lnSpc>
                <a:spcPct val="100000"/>
              </a:lnSpc>
              <a:spcBef>
                <a:spcPts val="0"/>
              </a:spcBef>
              <a:spcAft>
                <a:spcPts val="0"/>
              </a:spcAft>
              <a:buClr>
                <a:srgbClr val="000000"/>
              </a:buClr>
              <a:buSzPts val="2400"/>
              <a:buFont typeface="Arial"/>
              <a:buNone/>
            </a:pPr>
            <a:r>
              <a:rPr lang="en" sz="2400" b="1">
                <a:solidFill>
                  <a:srgbClr val="595959"/>
                </a:solidFill>
                <a:latin typeface="Montserrat"/>
                <a:ea typeface="Montserrat"/>
                <a:cs typeface="Montserrat"/>
                <a:sym typeface="Montserrat"/>
              </a:rPr>
              <a:t>   </a:t>
            </a:r>
            <a:r>
              <a:rPr lang="en" sz="2400" b="1" i="0" u="none" strike="noStrike" cap="none">
                <a:solidFill>
                  <a:srgbClr val="595959"/>
                </a:solidFill>
                <a:latin typeface="Montserrat"/>
                <a:ea typeface="Montserrat"/>
                <a:cs typeface="Montserrat"/>
                <a:sym typeface="Montserrat"/>
              </a:rPr>
              <a:t>Engagement</a:t>
            </a:r>
            <a:endParaRPr sz="1800" b="0" i="0" u="none" strike="noStrike" cap="none">
              <a:solidFill>
                <a:srgbClr val="000000"/>
              </a:solidFill>
              <a:latin typeface="Montserrat"/>
              <a:ea typeface="Montserrat"/>
              <a:cs typeface="Montserrat"/>
              <a:sym typeface="Montserrat"/>
            </a:endParaRPr>
          </a:p>
        </p:txBody>
      </p:sp>
      <p:cxnSp>
        <p:nvCxnSpPr>
          <p:cNvPr id="200" name="Google Shape;200;p29"/>
          <p:cNvCxnSpPr/>
          <p:nvPr/>
        </p:nvCxnSpPr>
        <p:spPr>
          <a:xfrm>
            <a:off x="908750" y="3636500"/>
            <a:ext cx="16450500" cy="0"/>
          </a:xfrm>
          <a:prstGeom prst="straightConnector1">
            <a:avLst/>
          </a:prstGeom>
          <a:noFill/>
          <a:ln w="19050" cap="flat" cmpd="sng">
            <a:solidFill>
              <a:srgbClr val="FA9632"/>
            </a:solidFill>
            <a:prstDash val="dot"/>
            <a:round/>
            <a:headEnd type="none" w="sm" len="sm"/>
            <a:tailEnd type="none" w="sm" len="sm"/>
          </a:ln>
        </p:spPr>
      </p:cxnSp>
      <p:sp>
        <p:nvSpPr>
          <p:cNvPr id="201" name="Google Shape;201;p29"/>
          <p:cNvSpPr txBox="1"/>
          <p:nvPr/>
        </p:nvSpPr>
        <p:spPr>
          <a:xfrm>
            <a:off x="914400" y="3946888"/>
            <a:ext cx="164178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 sz="3600" b="1" i="0" u="none" strike="noStrike" cap="none">
                <a:solidFill>
                  <a:srgbClr val="FA9632"/>
                </a:solidFill>
                <a:latin typeface="Montserrat"/>
                <a:ea typeface="Montserrat"/>
                <a:cs typeface="Montserrat"/>
                <a:sym typeface="Montserrat"/>
              </a:rPr>
              <a:t>Strategic Communication Frameworks</a:t>
            </a:r>
            <a:endParaRPr sz="3600" b="0" i="0" u="none" strike="noStrike" cap="none">
              <a:solidFill>
                <a:srgbClr val="000000"/>
              </a:solidFill>
              <a:latin typeface="Montserrat"/>
              <a:ea typeface="Montserrat"/>
              <a:cs typeface="Montserrat"/>
              <a:sym typeface="Montserrat"/>
            </a:endParaRPr>
          </a:p>
        </p:txBody>
      </p:sp>
      <p:sp>
        <p:nvSpPr>
          <p:cNvPr id="202" name="Google Shape;202;p29"/>
          <p:cNvSpPr txBox="1"/>
          <p:nvPr/>
        </p:nvSpPr>
        <p:spPr>
          <a:xfrm>
            <a:off x="15771300" y="9601200"/>
            <a:ext cx="1523100" cy="3009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CCCCCC"/>
                </a:solidFill>
                <a:latin typeface="Montserrat"/>
                <a:ea typeface="Montserrat"/>
                <a:cs typeface="Montserrat"/>
                <a:sym typeface="Montserrat"/>
              </a:rPr>
              <a:t>6</a:t>
            </a:fld>
            <a:endParaRPr sz="1400" b="0" i="0" u="none" strike="noStrike" cap="none">
              <a:solidFill>
                <a:srgbClr val="CCCCCC"/>
              </a:solidFill>
              <a:latin typeface="Montserrat"/>
              <a:ea typeface="Montserrat"/>
              <a:cs typeface="Montserrat"/>
              <a:sym typeface="Montserrat"/>
            </a:endParaRPr>
          </a:p>
        </p:txBody>
      </p:sp>
      <p:cxnSp>
        <p:nvCxnSpPr>
          <p:cNvPr id="203" name="Google Shape;203;p29"/>
          <p:cNvCxnSpPr/>
          <p:nvPr/>
        </p:nvCxnSpPr>
        <p:spPr>
          <a:xfrm>
            <a:off x="12427745" y="5968050"/>
            <a:ext cx="4941000" cy="0"/>
          </a:xfrm>
          <a:prstGeom prst="straightConnector1">
            <a:avLst/>
          </a:prstGeom>
          <a:noFill/>
          <a:ln w="38100" cap="flat" cmpd="sng">
            <a:solidFill>
              <a:srgbClr val="FA9632"/>
            </a:solidFill>
            <a:prstDash val="solid"/>
            <a:round/>
            <a:headEnd type="none" w="sm" len="sm"/>
            <a:tailEnd type="none" w="sm" len="sm"/>
          </a:ln>
        </p:spPr>
      </p:cxnSp>
      <p:sp>
        <p:nvSpPr>
          <p:cNvPr id="204" name="Google Shape;204;p29"/>
          <p:cNvSpPr/>
          <p:nvPr/>
        </p:nvSpPr>
        <p:spPr>
          <a:xfrm>
            <a:off x="12417475" y="5039950"/>
            <a:ext cx="928200" cy="928200"/>
          </a:xfrm>
          <a:prstGeom prst="rect">
            <a:avLst/>
          </a:prstGeom>
          <a:solidFill>
            <a:srgbClr val="FA9632"/>
          </a:solidFill>
          <a:ln w="38100" cap="flat" cmpd="sng">
            <a:solidFill>
              <a:srgbClr val="FA963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5" name="Google Shape;205;p29" title="ICON 3 White1.png"/>
          <p:cNvPicPr preferRelativeResize="0"/>
          <p:nvPr/>
        </p:nvPicPr>
        <p:blipFill rotWithShape="1">
          <a:blip r:embed="rId3">
            <a:alphaModFix/>
          </a:blip>
          <a:srcRect/>
          <a:stretch/>
        </p:blipFill>
        <p:spPr>
          <a:xfrm>
            <a:off x="12414250" y="5046000"/>
            <a:ext cx="928200" cy="929362"/>
          </a:xfrm>
          <a:prstGeom prst="rect">
            <a:avLst/>
          </a:prstGeom>
          <a:noFill/>
          <a:ln>
            <a:noFill/>
          </a:ln>
        </p:spPr>
      </p:pic>
      <p:cxnSp>
        <p:nvCxnSpPr>
          <p:cNvPr id="206" name="Google Shape;206;p29"/>
          <p:cNvCxnSpPr/>
          <p:nvPr/>
        </p:nvCxnSpPr>
        <p:spPr>
          <a:xfrm>
            <a:off x="6683895" y="5968050"/>
            <a:ext cx="4941000" cy="0"/>
          </a:xfrm>
          <a:prstGeom prst="straightConnector1">
            <a:avLst/>
          </a:prstGeom>
          <a:noFill/>
          <a:ln w="38100" cap="flat" cmpd="sng">
            <a:solidFill>
              <a:srgbClr val="FA9632"/>
            </a:solidFill>
            <a:prstDash val="solid"/>
            <a:round/>
            <a:headEnd type="none" w="sm" len="sm"/>
            <a:tailEnd type="none" w="sm" len="sm"/>
          </a:ln>
        </p:spPr>
      </p:cxnSp>
      <p:sp>
        <p:nvSpPr>
          <p:cNvPr id="207" name="Google Shape;207;p29"/>
          <p:cNvSpPr/>
          <p:nvPr/>
        </p:nvSpPr>
        <p:spPr>
          <a:xfrm>
            <a:off x="6673625" y="5039950"/>
            <a:ext cx="928200" cy="928200"/>
          </a:xfrm>
          <a:prstGeom prst="rect">
            <a:avLst/>
          </a:prstGeom>
          <a:solidFill>
            <a:srgbClr val="FA9632"/>
          </a:solidFill>
          <a:ln w="38100" cap="flat" cmpd="sng">
            <a:solidFill>
              <a:srgbClr val="FA963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8" name="Google Shape;208;p29" title="ICON 2 White1.png"/>
          <p:cNvPicPr preferRelativeResize="0"/>
          <p:nvPr/>
        </p:nvPicPr>
        <p:blipFill rotWithShape="1">
          <a:blip r:embed="rId4">
            <a:alphaModFix/>
          </a:blip>
          <a:srcRect/>
          <a:stretch/>
        </p:blipFill>
        <p:spPr>
          <a:xfrm>
            <a:off x="6670400" y="5046000"/>
            <a:ext cx="928200" cy="929362"/>
          </a:xfrm>
          <a:prstGeom prst="rect">
            <a:avLst/>
          </a:prstGeom>
          <a:noFill/>
          <a:ln>
            <a:noFill/>
          </a:ln>
        </p:spPr>
      </p:pic>
      <p:cxnSp>
        <p:nvCxnSpPr>
          <p:cNvPr id="209" name="Google Shape;209;p29"/>
          <p:cNvCxnSpPr/>
          <p:nvPr/>
        </p:nvCxnSpPr>
        <p:spPr>
          <a:xfrm>
            <a:off x="940045" y="5968050"/>
            <a:ext cx="4941000" cy="0"/>
          </a:xfrm>
          <a:prstGeom prst="straightConnector1">
            <a:avLst/>
          </a:prstGeom>
          <a:noFill/>
          <a:ln w="38100" cap="flat" cmpd="sng">
            <a:solidFill>
              <a:srgbClr val="FA9632"/>
            </a:solidFill>
            <a:prstDash val="solid"/>
            <a:round/>
            <a:headEnd type="none" w="sm" len="sm"/>
            <a:tailEnd type="none" w="sm" len="sm"/>
          </a:ln>
        </p:spPr>
      </p:cxnSp>
      <p:sp>
        <p:nvSpPr>
          <p:cNvPr id="210" name="Google Shape;210;p29"/>
          <p:cNvSpPr/>
          <p:nvPr/>
        </p:nvSpPr>
        <p:spPr>
          <a:xfrm>
            <a:off x="929775" y="5039950"/>
            <a:ext cx="928200" cy="928200"/>
          </a:xfrm>
          <a:prstGeom prst="rect">
            <a:avLst/>
          </a:prstGeom>
          <a:solidFill>
            <a:srgbClr val="FA9632"/>
          </a:solidFill>
          <a:ln w="38100" cap="flat" cmpd="sng">
            <a:solidFill>
              <a:srgbClr val="FA963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11" name="Google Shape;211;p29" title="ICON 1 White1.png"/>
          <p:cNvPicPr preferRelativeResize="0"/>
          <p:nvPr/>
        </p:nvPicPr>
        <p:blipFill>
          <a:blip r:embed="rId5">
            <a:alphaModFix/>
          </a:blip>
          <a:stretch>
            <a:fillRect/>
          </a:stretch>
        </p:blipFill>
        <p:spPr>
          <a:xfrm>
            <a:off x="926550" y="5046000"/>
            <a:ext cx="928200" cy="929362"/>
          </a:xfrm>
          <a:prstGeom prst="rect">
            <a:avLst/>
          </a:prstGeom>
          <a:noFill/>
          <a:ln>
            <a:noFill/>
          </a:ln>
        </p:spPr>
      </p:pic>
      <p:sp>
        <p:nvSpPr>
          <p:cNvPr id="212" name="Google Shape;212;p29"/>
          <p:cNvSpPr txBox="1"/>
          <p:nvPr/>
        </p:nvSpPr>
        <p:spPr>
          <a:xfrm>
            <a:off x="12415300" y="6059100"/>
            <a:ext cx="4941000" cy="3324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2000"/>
              <a:buFont typeface="Arial"/>
              <a:buNone/>
            </a:pPr>
            <a:r>
              <a:rPr lang="en" sz="1800" b="0" i="0" u="none" strike="noStrike" cap="none" dirty="0">
                <a:solidFill>
                  <a:srgbClr val="595959"/>
                </a:solidFill>
                <a:latin typeface="Montserrat"/>
                <a:ea typeface="Montserrat"/>
                <a:cs typeface="Montserrat"/>
                <a:sym typeface="Montserrat"/>
              </a:rPr>
              <a:t>We collaborate with the private sector to align their voices through clear communication management that effectively and concisely addresses their challenges.</a:t>
            </a:r>
            <a:endParaRPr sz="1800" b="0" i="0" u="none" strike="noStrike" cap="none" dirty="0">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chemeClr val="dk1"/>
              </a:buClr>
              <a:buSzPts val="2000"/>
              <a:buFont typeface="Arial"/>
              <a:buNone/>
            </a:pPr>
            <a:r>
              <a:rPr lang="en" sz="1800" b="0" i="0" u="none" strike="noStrike" cap="none" dirty="0">
                <a:solidFill>
                  <a:srgbClr val="595959"/>
                </a:solidFill>
                <a:latin typeface="Montserrat"/>
                <a:ea typeface="Montserrat"/>
                <a:cs typeface="Montserrat"/>
                <a:sym typeface="Montserrat"/>
              </a:rPr>
              <a:t>Implementing this framework involves assessing and analyzing the current situation, understanding organizational structures and governance, and providing initiative design services, administrative and executive support, and project management office services.</a:t>
            </a:r>
            <a:endParaRPr sz="1800" b="0" i="0" u="none" strike="noStrike" cap="none" dirty="0">
              <a:solidFill>
                <a:srgbClr val="000000"/>
              </a:solidFill>
              <a:latin typeface="Montserrat"/>
              <a:ea typeface="Montserrat"/>
              <a:cs typeface="Montserrat"/>
              <a:sym typeface="Montserrat"/>
            </a:endParaRPr>
          </a:p>
        </p:txBody>
      </p:sp>
      <p:sp>
        <p:nvSpPr>
          <p:cNvPr id="213" name="Google Shape;213;p29"/>
          <p:cNvSpPr txBox="1"/>
          <p:nvPr/>
        </p:nvSpPr>
        <p:spPr>
          <a:xfrm>
            <a:off x="6683900" y="6059100"/>
            <a:ext cx="4941000" cy="2493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1800" b="0" i="0" u="none" strike="noStrike" cap="none" dirty="0">
                <a:solidFill>
                  <a:srgbClr val="595959"/>
                </a:solidFill>
                <a:latin typeface="Montserrat"/>
                <a:ea typeface="Montserrat"/>
                <a:cs typeface="Montserrat"/>
                <a:sym typeface="Montserrat"/>
              </a:rPr>
              <a:t>This framework aims to influence stakeholder perceptions by authentically expressing the client's vision and values through reliable strategies that ensure consistency across all communication channels. </a:t>
            </a:r>
            <a:endParaRPr sz="1800" b="0" i="0" u="none" strike="noStrike" cap="none" dirty="0">
              <a:solidFill>
                <a:srgbClr val="595959"/>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2000"/>
              <a:buFont typeface="Arial"/>
              <a:buNone/>
            </a:pPr>
            <a:r>
              <a:rPr lang="en" sz="1800" b="0" i="0" u="none" strike="noStrike" cap="none" dirty="0">
                <a:solidFill>
                  <a:srgbClr val="595959"/>
                </a:solidFill>
                <a:latin typeface="Montserrat"/>
                <a:ea typeface="Montserrat"/>
                <a:cs typeface="Montserrat"/>
                <a:sym typeface="Montserrat"/>
              </a:rPr>
              <a:t>We work with clients to identify target perceptions and apply our methodology to achieve desired outcomes.</a:t>
            </a:r>
            <a:endParaRPr sz="1800" b="0" i="0" u="none" strike="noStrike" cap="none" dirty="0">
              <a:solidFill>
                <a:srgbClr val="000000"/>
              </a:solidFill>
              <a:latin typeface="Montserrat"/>
              <a:ea typeface="Montserrat"/>
              <a:cs typeface="Montserrat"/>
              <a:sym typeface="Montserrat"/>
            </a:endParaRPr>
          </a:p>
        </p:txBody>
      </p:sp>
      <p:sp>
        <p:nvSpPr>
          <p:cNvPr id="214" name="Google Shape;214;p29"/>
          <p:cNvSpPr txBox="1"/>
          <p:nvPr/>
        </p:nvSpPr>
        <p:spPr>
          <a:xfrm>
            <a:off x="914400" y="6081350"/>
            <a:ext cx="4979100" cy="1939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0" i="0" u="none" strike="noStrike" cap="none" dirty="0">
                <a:solidFill>
                  <a:srgbClr val="595959"/>
                </a:solidFill>
                <a:latin typeface="Montserrat"/>
                <a:ea typeface="Montserrat"/>
                <a:cs typeface="Montserrat"/>
                <a:sym typeface="Montserrat"/>
              </a:rPr>
              <a:t>This framework seeks to facilitate communication and engagement with our clients by meeting the needs of their target groups.  We implement our methodology through various platforms, including: Digital Marketing, Events and Conferences, Public Relations, Initiative Activation.</a:t>
            </a:r>
            <a:endParaRPr sz="1800" b="0" i="0" u="none" strike="noStrike" cap="none" dirty="0">
              <a:solidFill>
                <a:srgbClr val="000000"/>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Shape 252"/>
        <p:cNvGrpSpPr/>
        <p:nvPr/>
      </p:nvGrpSpPr>
      <p:grpSpPr>
        <a:xfrm>
          <a:off x="0" y="0"/>
          <a:ext cx="0" cy="0"/>
          <a:chOff x="0" y="0"/>
          <a:chExt cx="0" cy="0"/>
        </a:xfrm>
      </p:grpSpPr>
      <p:sp>
        <p:nvSpPr>
          <p:cNvPr id="253" name="Google Shape;253;p32"/>
          <p:cNvSpPr txBox="1"/>
          <p:nvPr/>
        </p:nvSpPr>
        <p:spPr>
          <a:xfrm>
            <a:off x="9946058" y="4439575"/>
            <a:ext cx="6236400" cy="338700"/>
          </a:xfrm>
          <a:prstGeom prst="rect">
            <a:avLst/>
          </a:prstGeom>
          <a:noFill/>
          <a:ln>
            <a:noFill/>
          </a:ln>
        </p:spPr>
        <p:txBody>
          <a:bodyPr spcFirstLastPara="1" wrap="square" lIns="0" tIns="0" rIns="0" bIns="0" anchor="t" anchorCtr="0">
            <a:spAutoFit/>
          </a:bodyPr>
          <a:lstStyle/>
          <a:p>
            <a:pPr marL="0" marR="0" lvl="0" indent="0" algn="just" rtl="0">
              <a:lnSpc>
                <a:spcPct val="115000"/>
              </a:lnSpc>
              <a:spcBef>
                <a:spcPts val="0"/>
              </a:spcBef>
              <a:spcAft>
                <a:spcPts val="0"/>
              </a:spcAft>
              <a:buClr>
                <a:schemeClr val="dk1"/>
              </a:buClr>
              <a:buSzPts val="1800"/>
              <a:buFont typeface="Quattrocento Sans"/>
              <a:buNone/>
            </a:pPr>
            <a:r>
              <a:rPr lang="en" sz="2200" b="1">
                <a:solidFill>
                  <a:schemeClr val="dk2"/>
                </a:solidFill>
                <a:latin typeface="Montserrat"/>
                <a:ea typeface="Montserrat"/>
                <a:cs typeface="Montserrat"/>
                <a:sym typeface="Montserrat"/>
              </a:rPr>
              <a:t>Reputation Management Strategies</a:t>
            </a:r>
            <a:endParaRPr sz="2200" b="0" i="0" u="none" strike="noStrike" cap="none">
              <a:solidFill>
                <a:srgbClr val="FF0000"/>
              </a:solidFill>
              <a:latin typeface="Montserrat"/>
              <a:ea typeface="Montserrat"/>
              <a:cs typeface="Montserrat"/>
              <a:sym typeface="Montserrat"/>
            </a:endParaRPr>
          </a:p>
        </p:txBody>
      </p:sp>
      <p:sp>
        <p:nvSpPr>
          <p:cNvPr id="254" name="Google Shape;254;p32"/>
          <p:cNvSpPr txBox="1"/>
          <p:nvPr/>
        </p:nvSpPr>
        <p:spPr>
          <a:xfrm>
            <a:off x="2168425" y="4260550"/>
            <a:ext cx="4797900" cy="677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1800"/>
              <a:buFont typeface="Quattrocento Sans"/>
              <a:buNone/>
            </a:pPr>
            <a:r>
              <a:rPr lang="en" sz="2200" b="1" i="0" u="none" strike="noStrike" cap="none">
                <a:solidFill>
                  <a:schemeClr val="dk2"/>
                </a:solidFill>
                <a:latin typeface="Montserrat"/>
                <a:ea typeface="Montserrat"/>
                <a:cs typeface="Montserrat"/>
                <a:sym typeface="Montserrat"/>
              </a:rPr>
              <a:t>Internal Communication Strategies</a:t>
            </a:r>
            <a:endParaRPr sz="2200" b="0" i="0" u="none" strike="noStrike" cap="none">
              <a:solidFill>
                <a:schemeClr val="dk2"/>
              </a:solidFill>
              <a:latin typeface="Montserrat"/>
              <a:ea typeface="Montserrat"/>
              <a:cs typeface="Montserrat"/>
              <a:sym typeface="Montserrat"/>
            </a:endParaRPr>
          </a:p>
        </p:txBody>
      </p:sp>
      <p:cxnSp>
        <p:nvCxnSpPr>
          <p:cNvPr id="255" name="Google Shape;255;p32"/>
          <p:cNvCxnSpPr/>
          <p:nvPr/>
        </p:nvCxnSpPr>
        <p:spPr>
          <a:xfrm>
            <a:off x="989050" y="3650100"/>
            <a:ext cx="16370100" cy="0"/>
          </a:xfrm>
          <a:prstGeom prst="straightConnector1">
            <a:avLst/>
          </a:prstGeom>
          <a:noFill/>
          <a:ln w="19050" cap="flat" cmpd="sng">
            <a:solidFill>
              <a:srgbClr val="FA9632"/>
            </a:solidFill>
            <a:prstDash val="dot"/>
            <a:round/>
            <a:headEnd type="none" w="sm" len="sm"/>
            <a:tailEnd type="none" w="sm" len="sm"/>
          </a:ln>
        </p:spPr>
      </p:cxnSp>
      <p:sp>
        <p:nvSpPr>
          <p:cNvPr id="256" name="Google Shape;256;p32"/>
          <p:cNvSpPr txBox="1"/>
          <p:nvPr/>
        </p:nvSpPr>
        <p:spPr>
          <a:xfrm>
            <a:off x="914125" y="1371600"/>
            <a:ext cx="164178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3600" b="1" i="0" u="none" strike="noStrike" cap="none">
                <a:solidFill>
                  <a:srgbClr val="FA9632"/>
                </a:solidFill>
                <a:latin typeface="Montserrat"/>
                <a:ea typeface="Montserrat"/>
                <a:cs typeface="Montserrat"/>
                <a:sym typeface="Montserrat"/>
              </a:rPr>
              <a:t>Communication and Marketing Strategies</a:t>
            </a:r>
            <a:endParaRPr sz="1400" b="0" i="0" u="none" strike="noStrike" cap="none">
              <a:solidFill>
                <a:srgbClr val="000000"/>
              </a:solidFill>
              <a:latin typeface="Montserrat"/>
              <a:ea typeface="Montserrat"/>
              <a:cs typeface="Montserrat"/>
              <a:sym typeface="Montserrat"/>
            </a:endParaRPr>
          </a:p>
        </p:txBody>
      </p:sp>
      <p:sp>
        <p:nvSpPr>
          <p:cNvPr id="257" name="Google Shape;257;p32"/>
          <p:cNvSpPr txBox="1"/>
          <p:nvPr/>
        </p:nvSpPr>
        <p:spPr>
          <a:xfrm>
            <a:off x="914400" y="2271000"/>
            <a:ext cx="16417800" cy="955646"/>
          </a:xfrm>
          <a:prstGeom prst="rect">
            <a:avLst/>
          </a:prstGeom>
          <a:noFill/>
          <a:ln>
            <a:noFill/>
          </a:ln>
        </p:spPr>
        <p:txBody>
          <a:bodyPr spcFirstLastPara="1" wrap="square" lIns="0" tIns="0" rIns="0" bIns="0" anchor="t" anchorCtr="0">
            <a:spAutoFit/>
          </a:bodyPr>
          <a:lstStyle/>
          <a:p>
            <a:pPr marL="0" marR="0" lvl="0" indent="0" algn="justLow" rtl="0">
              <a:lnSpc>
                <a:spcPct val="115000"/>
              </a:lnSpc>
              <a:spcBef>
                <a:spcPts val="0"/>
              </a:spcBef>
              <a:spcAft>
                <a:spcPts val="0"/>
              </a:spcAft>
              <a:buClr>
                <a:srgbClr val="000000"/>
              </a:buClr>
              <a:buSzPts val="2900"/>
              <a:buFont typeface="Arial"/>
              <a:buNone/>
            </a:pPr>
            <a:r>
              <a:rPr lang="en" sz="1800" b="0" i="0" u="none" strike="noStrike" cap="none" dirty="0">
                <a:solidFill>
                  <a:srgbClr val="595959"/>
                </a:solidFill>
                <a:latin typeface="Montserrat"/>
                <a:ea typeface="Montserrat"/>
                <a:cs typeface="Montserrat"/>
                <a:sym typeface="Montserrat"/>
              </a:rPr>
              <a:t>We develop comprehensive communication and marketing strategies, including internal and external communication, media visibility, public relations, and reputation management for various entities. We have participated in building over 100 diverse communication plans and strategies.</a:t>
            </a:r>
            <a:endParaRPr sz="1800" b="0" i="0" u="none" strike="noStrike" cap="none" dirty="0">
              <a:solidFill>
                <a:srgbClr val="595959"/>
              </a:solidFill>
              <a:latin typeface="Montserrat"/>
              <a:ea typeface="Montserrat"/>
              <a:cs typeface="Montserrat"/>
              <a:sym typeface="Montserrat"/>
            </a:endParaRPr>
          </a:p>
        </p:txBody>
      </p:sp>
      <p:sp>
        <p:nvSpPr>
          <p:cNvPr id="258" name="Google Shape;258;p32"/>
          <p:cNvSpPr txBox="1"/>
          <p:nvPr/>
        </p:nvSpPr>
        <p:spPr>
          <a:xfrm>
            <a:off x="9950697" y="5786259"/>
            <a:ext cx="6269700" cy="338700"/>
          </a:xfrm>
          <a:prstGeom prst="rect">
            <a:avLst/>
          </a:prstGeom>
          <a:noFill/>
          <a:ln>
            <a:noFill/>
          </a:ln>
        </p:spPr>
        <p:txBody>
          <a:bodyPr spcFirstLastPara="1" wrap="square" lIns="0" tIns="0" rIns="0" bIns="0" anchor="t" anchorCtr="0">
            <a:spAutoFit/>
          </a:bodyPr>
          <a:lstStyle/>
          <a:p>
            <a:pPr marL="0" marR="0" lvl="0" indent="0" algn="just" rtl="0">
              <a:lnSpc>
                <a:spcPct val="115000"/>
              </a:lnSpc>
              <a:spcBef>
                <a:spcPts val="0"/>
              </a:spcBef>
              <a:spcAft>
                <a:spcPts val="0"/>
              </a:spcAft>
              <a:buClr>
                <a:schemeClr val="dk1"/>
              </a:buClr>
              <a:buSzPts val="1800"/>
              <a:buFont typeface="Quattrocento Sans"/>
              <a:buNone/>
            </a:pPr>
            <a:r>
              <a:rPr lang="en" sz="2200" b="1" i="0" u="none" strike="noStrike" cap="none">
                <a:solidFill>
                  <a:schemeClr val="dk2"/>
                </a:solidFill>
                <a:latin typeface="Montserrat"/>
                <a:ea typeface="Montserrat"/>
                <a:cs typeface="Montserrat"/>
                <a:sym typeface="Montserrat"/>
              </a:rPr>
              <a:t>Marketing Strategies</a:t>
            </a:r>
            <a:endParaRPr sz="2200" b="0" i="0" u="none" strike="noStrike" cap="none">
              <a:solidFill>
                <a:schemeClr val="dk2"/>
              </a:solidFill>
              <a:latin typeface="Montserrat"/>
              <a:ea typeface="Montserrat"/>
              <a:cs typeface="Montserrat"/>
              <a:sym typeface="Montserrat"/>
            </a:endParaRPr>
          </a:p>
        </p:txBody>
      </p:sp>
      <p:sp>
        <p:nvSpPr>
          <p:cNvPr id="259" name="Google Shape;259;p32"/>
          <p:cNvSpPr txBox="1"/>
          <p:nvPr/>
        </p:nvSpPr>
        <p:spPr>
          <a:xfrm>
            <a:off x="2168425" y="5790267"/>
            <a:ext cx="4758600" cy="338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1800"/>
              <a:buFont typeface="Quattrocento Sans"/>
              <a:buNone/>
            </a:pPr>
            <a:r>
              <a:rPr lang="en" sz="2200" b="1" i="0" u="none" strike="noStrike" cap="none">
                <a:solidFill>
                  <a:schemeClr val="dk2"/>
                </a:solidFill>
                <a:latin typeface="Montserrat"/>
                <a:ea typeface="Montserrat"/>
                <a:cs typeface="Montserrat"/>
                <a:sym typeface="Montserrat"/>
              </a:rPr>
              <a:t>Public Relations Strategies</a:t>
            </a:r>
            <a:endParaRPr sz="2200" b="0" i="0" u="none" strike="noStrike" cap="none">
              <a:solidFill>
                <a:schemeClr val="dk2"/>
              </a:solidFill>
              <a:latin typeface="Montserrat"/>
              <a:ea typeface="Montserrat"/>
              <a:cs typeface="Montserrat"/>
              <a:sym typeface="Montserrat"/>
            </a:endParaRPr>
          </a:p>
        </p:txBody>
      </p:sp>
      <p:sp>
        <p:nvSpPr>
          <p:cNvPr id="260" name="Google Shape;260;p32"/>
          <p:cNvSpPr txBox="1"/>
          <p:nvPr/>
        </p:nvSpPr>
        <p:spPr>
          <a:xfrm>
            <a:off x="9946050" y="7132913"/>
            <a:ext cx="4237500" cy="338700"/>
          </a:xfrm>
          <a:prstGeom prst="rect">
            <a:avLst/>
          </a:prstGeom>
          <a:noFill/>
          <a:ln>
            <a:noFill/>
          </a:ln>
        </p:spPr>
        <p:txBody>
          <a:bodyPr spcFirstLastPara="1" wrap="square" lIns="0" tIns="0" rIns="0" bIns="0" anchor="t" anchorCtr="0">
            <a:spAutoFit/>
          </a:bodyPr>
          <a:lstStyle/>
          <a:p>
            <a:pPr marL="0" marR="0" lvl="0" indent="0" algn="just" rtl="0">
              <a:lnSpc>
                <a:spcPct val="115000"/>
              </a:lnSpc>
              <a:spcBef>
                <a:spcPts val="0"/>
              </a:spcBef>
              <a:spcAft>
                <a:spcPts val="0"/>
              </a:spcAft>
              <a:buClr>
                <a:srgbClr val="000000"/>
              </a:buClr>
              <a:buSzPts val="2200"/>
              <a:buFont typeface="Arial"/>
              <a:buNone/>
            </a:pPr>
            <a:r>
              <a:rPr lang="en" sz="2200" b="1" i="0" u="none" strike="noStrike" cap="none">
                <a:solidFill>
                  <a:schemeClr val="dk2"/>
                </a:solidFill>
                <a:latin typeface="Montserrat"/>
                <a:ea typeface="Montserrat"/>
                <a:cs typeface="Montserrat"/>
                <a:sym typeface="Montserrat"/>
              </a:rPr>
              <a:t>Media Crisis Strategies</a:t>
            </a:r>
            <a:endParaRPr sz="2200" b="0" i="0" u="none" strike="noStrike" cap="none">
              <a:solidFill>
                <a:schemeClr val="dk2"/>
              </a:solidFill>
              <a:latin typeface="Montserrat"/>
              <a:ea typeface="Montserrat"/>
              <a:cs typeface="Montserrat"/>
              <a:sym typeface="Montserrat"/>
            </a:endParaRPr>
          </a:p>
        </p:txBody>
      </p:sp>
      <p:sp>
        <p:nvSpPr>
          <p:cNvPr id="262" name="Google Shape;262;p32"/>
          <p:cNvSpPr txBox="1"/>
          <p:nvPr/>
        </p:nvSpPr>
        <p:spPr>
          <a:xfrm>
            <a:off x="2168425" y="6981304"/>
            <a:ext cx="5364600" cy="677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chemeClr val="dk1"/>
              </a:buClr>
              <a:buSzPts val="2200"/>
              <a:buFont typeface="Arial"/>
              <a:buNone/>
            </a:pPr>
            <a:r>
              <a:rPr lang="en" sz="2200" b="1" i="0" u="none" strike="noStrike" cap="none">
                <a:solidFill>
                  <a:schemeClr val="dk2"/>
                </a:solidFill>
                <a:latin typeface="Montserrat"/>
                <a:ea typeface="Montserrat"/>
                <a:cs typeface="Montserrat"/>
                <a:sym typeface="Montserrat"/>
              </a:rPr>
              <a:t>Specialized Campaign and Media Center Strategies</a:t>
            </a:r>
            <a:endParaRPr sz="2200" b="0" i="0" u="none" strike="noStrike" cap="none">
              <a:solidFill>
                <a:schemeClr val="dk2"/>
              </a:solidFill>
              <a:latin typeface="Montserrat"/>
              <a:ea typeface="Montserrat"/>
              <a:cs typeface="Montserrat"/>
              <a:sym typeface="Montserrat"/>
            </a:endParaRPr>
          </a:p>
        </p:txBody>
      </p:sp>
      <p:sp>
        <p:nvSpPr>
          <p:cNvPr id="263" name="Google Shape;263;p32"/>
          <p:cNvSpPr txBox="1"/>
          <p:nvPr/>
        </p:nvSpPr>
        <p:spPr>
          <a:xfrm>
            <a:off x="15771300" y="9601200"/>
            <a:ext cx="1523100" cy="3009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999999"/>
                </a:solidFill>
                <a:latin typeface="Montserrat"/>
                <a:ea typeface="Montserrat"/>
                <a:cs typeface="Montserrat"/>
                <a:sym typeface="Montserrat"/>
              </a:rPr>
              <a:t>7</a:t>
            </a:fld>
            <a:endParaRPr sz="1400" b="0" i="0" u="none" strike="noStrike" cap="none">
              <a:solidFill>
                <a:srgbClr val="999999"/>
              </a:solidFill>
              <a:latin typeface="Montserrat"/>
              <a:ea typeface="Montserrat"/>
              <a:cs typeface="Montserrat"/>
              <a:sym typeface="Montserrat"/>
            </a:endParaRPr>
          </a:p>
        </p:txBody>
      </p:sp>
      <p:sp>
        <p:nvSpPr>
          <p:cNvPr id="264" name="Google Shape;264;p32"/>
          <p:cNvSpPr/>
          <p:nvPr/>
        </p:nvSpPr>
        <p:spPr>
          <a:xfrm>
            <a:off x="914125" y="4117225"/>
            <a:ext cx="1025700" cy="1025700"/>
          </a:xfrm>
          <a:prstGeom prst="rect">
            <a:avLst/>
          </a:prstGeom>
          <a:solidFill>
            <a:srgbClr val="FA96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5" name="Google Shape;265;p32"/>
          <p:cNvSpPr/>
          <p:nvPr/>
        </p:nvSpPr>
        <p:spPr>
          <a:xfrm>
            <a:off x="914125" y="5445225"/>
            <a:ext cx="1025700" cy="1025700"/>
          </a:xfrm>
          <a:prstGeom prst="rect">
            <a:avLst/>
          </a:prstGeom>
          <a:solidFill>
            <a:srgbClr val="FA96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6" name="Google Shape;266;p32"/>
          <p:cNvSpPr/>
          <p:nvPr/>
        </p:nvSpPr>
        <p:spPr>
          <a:xfrm>
            <a:off x="914125" y="6791550"/>
            <a:ext cx="1025700" cy="1025700"/>
          </a:xfrm>
          <a:prstGeom prst="rect">
            <a:avLst/>
          </a:prstGeom>
          <a:solidFill>
            <a:srgbClr val="FA96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8" name="Google Shape;268;p32"/>
          <p:cNvSpPr/>
          <p:nvPr/>
        </p:nvSpPr>
        <p:spPr>
          <a:xfrm>
            <a:off x="8687025" y="4117225"/>
            <a:ext cx="1025700" cy="1025700"/>
          </a:xfrm>
          <a:prstGeom prst="rect">
            <a:avLst/>
          </a:prstGeom>
          <a:solidFill>
            <a:srgbClr val="FA96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9" name="Google Shape;269;p32"/>
          <p:cNvSpPr/>
          <p:nvPr/>
        </p:nvSpPr>
        <p:spPr>
          <a:xfrm>
            <a:off x="8687025" y="5445225"/>
            <a:ext cx="1025700" cy="1025700"/>
          </a:xfrm>
          <a:prstGeom prst="rect">
            <a:avLst/>
          </a:prstGeom>
          <a:solidFill>
            <a:srgbClr val="FA96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0" name="Google Shape;270;p32"/>
          <p:cNvSpPr/>
          <p:nvPr/>
        </p:nvSpPr>
        <p:spPr>
          <a:xfrm>
            <a:off x="8687025" y="6791550"/>
            <a:ext cx="1025700" cy="1025700"/>
          </a:xfrm>
          <a:prstGeom prst="rect">
            <a:avLst/>
          </a:prstGeom>
          <a:solidFill>
            <a:srgbClr val="FA96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1" name="Google Shape;271;p32"/>
          <p:cNvSpPr/>
          <p:nvPr/>
        </p:nvSpPr>
        <p:spPr>
          <a:xfrm>
            <a:off x="909400" y="8116432"/>
            <a:ext cx="1025700" cy="1025700"/>
          </a:xfrm>
          <a:prstGeom prst="rect">
            <a:avLst/>
          </a:prstGeom>
          <a:solidFill>
            <a:srgbClr val="FA96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72" name="Google Shape;272;p32" title="Icon 1 White1.png"/>
          <p:cNvPicPr preferRelativeResize="0"/>
          <p:nvPr/>
        </p:nvPicPr>
        <p:blipFill>
          <a:blip r:embed="rId3">
            <a:alphaModFix/>
          </a:blip>
          <a:stretch>
            <a:fillRect/>
          </a:stretch>
        </p:blipFill>
        <p:spPr>
          <a:xfrm>
            <a:off x="914125" y="4104969"/>
            <a:ext cx="1025701" cy="1024420"/>
          </a:xfrm>
          <a:prstGeom prst="rect">
            <a:avLst/>
          </a:prstGeom>
          <a:noFill/>
          <a:ln>
            <a:noFill/>
          </a:ln>
        </p:spPr>
      </p:pic>
      <p:pic>
        <p:nvPicPr>
          <p:cNvPr id="273" name="Google Shape;273;p32" title="Icon 2 White1.png"/>
          <p:cNvPicPr preferRelativeResize="0"/>
          <p:nvPr/>
        </p:nvPicPr>
        <p:blipFill rotWithShape="1">
          <a:blip r:embed="rId4">
            <a:alphaModFix/>
          </a:blip>
          <a:srcRect/>
          <a:stretch/>
        </p:blipFill>
        <p:spPr>
          <a:xfrm>
            <a:off x="914125" y="5443394"/>
            <a:ext cx="1025701" cy="1024420"/>
          </a:xfrm>
          <a:prstGeom prst="rect">
            <a:avLst/>
          </a:prstGeom>
          <a:noFill/>
          <a:ln>
            <a:noFill/>
          </a:ln>
        </p:spPr>
      </p:pic>
      <p:pic>
        <p:nvPicPr>
          <p:cNvPr id="274" name="Google Shape;274;p32" title="Icon 3 White1.png"/>
          <p:cNvPicPr preferRelativeResize="0"/>
          <p:nvPr/>
        </p:nvPicPr>
        <p:blipFill rotWithShape="1">
          <a:blip r:embed="rId5">
            <a:alphaModFix/>
          </a:blip>
          <a:srcRect/>
          <a:stretch/>
        </p:blipFill>
        <p:spPr>
          <a:xfrm>
            <a:off x="914125" y="6790044"/>
            <a:ext cx="1025701" cy="1024420"/>
          </a:xfrm>
          <a:prstGeom prst="rect">
            <a:avLst/>
          </a:prstGeom>
          <a:noFill/>
          <a:ln>
            <a:noFill/>
          </a:ln>
        </p:spPr>
      </p:pic>
      <p:pic>
        <p:nvPicPr>
          <p:cNvPr id="276" name="Google Shape;276;p32" title="Icon 5 White1.png"/>
          <p:cNvPicPr preferRelativeResize="0"/>
          <p:nvPr/>
        </p:nvPicPr>
        <p:blipFill rotWithShape="1">
          <a:blip r:embed="rId6">
            <a:alphaModFix/>
          </a:blip>
          <a:srcRect/>
          <a:stretch/>
        </p:blipFill>
        <p:spPr>
          <a:xfrm>
            <a:off x="8691750" y="4104969"/>
            <a:ext cx="1025701" cy="1024420"/>
          </a:xfrm>
          <a:prstGeom prst="rect">
            <a:avLst/>
          </a:prstGeom>
          <a:noFill/>
          <a:ln>
            <a:noFill/>
          </a:ln>
        </p:spPr>
      </p:pic>
      <p:pic>
        <p:nvPicPr>
          <p:cNvPr id="277" name="Google Shape;277;p32" title="Icon 6 White1.png"/>
          <p:cNvPicPr preferRelativeResize="0"/>
          <p:nvPr/>
        </p:nvPicPr>
        <p:blipFill rotWithShape="1">
          <a:blip r:embed="rId7">
            <a:alphaModFix/>
          </a:blip>
          <a:srcRect/>
          <a:stretch/>
        </p:blipFill>
        <p:spPr>
          <a:xfrm>
            <a:off x="8691750" y="5443394"/>
            <a:ext cx="1025701" cy="1024420"/>
          </a:xfrm>
          <a:prstGeom prst="rect">
            <a:avLst/>
          </a:prstGeom>
          <a:noFill/>
          <a:ln>
            <a:noFill/>
          </a:ln>
        </p:spPr>
      </p:pic>
      <p:pic>
        <p:nvPicPr>
          <p:cNvPr id="278" name="Google Shape;278;p32" title="Icon 7 White1.png"/>
          <p:cNvPicPr preferRelativeResize="0"/>
          <p:nvPr/>
        </p:nvPicPr>
        <p:blipFill rotWithShape="1">
          <a:blip r:embed="rId8">
            <a:alphaModFix/>
          </a:blip>
          <a:srcRect/>
          <a:stretch/>
        </p:blipFill>
        <p:spPr>
          <a:xfrm>
            <a:off x="8691750" y="6798244"/>
            <a:ext cx="1025701" cy="1024420"/>
          </a:xfrm>
          <a:prstGeom prst="rect">
            <a:avLst/>
          </a:prstGeom>
          <a:noFill/>
          <a:ln>
            <a:noFill/>
          </a:ln>
        </p:spPr>
      </p:pic>
      <p:pic>
        <p:nvPicPr>
          <p:cNvPr id="279" name="Google Shape;279;p32" title="Icon 8 White1.png"/>
          <p:cNvPicPr preferRelativeResize="0"/>
          <p:nvPr/>
        </p:nvPicPr>
        <p:blipFill rotWithShape="1">
          <a:blip r:embed="rId9">
            <a:alphaModFix/>
          </a:blip>
          <a:srcRect/>
          <a:stretch/>
        </p:blipFill>
        <p:spPr>
          <a:xfrm>
            <a:off x="914125" y="8119051"/>
            <a:ext cx="1025701" cy="1024420"/>
          </a:xfrm>
          <a:prstGeom prst="rect">
            <a:avLst/>
          </a:prstGeom>
          <a:noFill/>
          <a:ln>
            <a:noFill/>
          </a:ln>
        </p:spPr>
      </p:pic>
      <p:sp>
        <p:nvSpPr>
          <p:cNvPr id="280" name="Google Shape;280;p32"/>
          <p:cNvSpPr txBox="1"/>
          <p:nvPr/>
        </p:nvSpPr>
        <p:spPr>
          <a:xfrm>
            <a:off x="2168425" y="8391220"/>
            <a:ext cx="4237500" cy="778675"/>
          </a:xfrm>
          <a:prstGeom prst="rect">
            <a:avLst/>
          </a:prstGeom>
          <a:noFill/>
          <a:ln>
            <a:noFill/>
          </a:ln>
        </p:spPr>
        <p:txBody>
          <a:bodyPr spcFirstLastPara="1" wrap="square" lIns="0" tIns="0" rIns="0" bIns="0" anchor="t" anchorCtr="0">
            <a:spAutoFit/>
          </a:bodyPr>
          <a:lstStyle/>
          <a:p>
            <a:pPr marL="0" marR="0" lvl="0" indent="0" rtl="0">
              <a:lnSpc>
                <a:spcPct val="115000"/>
              </a:lnSpc>
              <a:spcBef>
                <a:spcPts val="0"/>
              </a:spcBef>
              <a:spcAft>
                <a:spcPts val="0"/>
              </a:spcAft>
              <a:buClr>
                <a:srgbClr val="000000"/>
              </a:buClr>
              <a:buSzPts val="2200"/>
              <a:buFont typeface="Arial"/>
              <a:buNone/>
            </a:pPr>
            <a:r>
              <a:rPr lang="en" sz="2200" b="1" dirty="0">
                <a:solidFill>
                  <a:schemeClr val="dk2"/>
                </a:solidFill>
                <a:latin typeface="Montserrat"/>
                <a:ea typeface="Montserrat"/>
                <a:cs typeface="Montserrat"/>
                <a:sym typeface="Montserrat"/>
              </a:rPr>
              <a:t>Specialized Strategies for Media Centers</a:t>
            </a:r>
            <a:endParaRPr sz="2200" b="1" dirty="0">
              <a:solidFill>
                <a:schemeClr val="dk2"/>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318"/>
        <p:cNvGrpSpPr/>
        <p:nvPr/>
      </p:nvGrpSpPr>
      <p:grpSpPr>
        <a:xfrm>
          <a:off x="0" y="0"/>
          <a:ext cx="0" cy="0"/>
          <a:chOff x="0" y="0"/>
          <a:chExt cx="0" cy="0"/>
        </a:xfrm>
      </p:grpSpPr>
      <p:sp>
        <p:nvSpPr>
          <p:cNvPr id="319" name="Google Shape;319;p37"/>
          <p:cNvSpPr txBox="1"/>
          <p:nvPr/>
        </p:nvSpPr>
        <p:spPr>
          <a:xfrm>
            <a:off x="914400" y="1371600"/>
            <a:ext cx="164448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3600" b="1" i="0" u="none" strike="noStrike" cap="none">
                <a:solidFill>
                  <a:srgbClr val="FA9632"/>
                </a:solidFill>
                <a:latin typeface="Montserrat"/>
                <a:ea typeface="Montserrat"/>
                <a:cs typeface="Montserrat"/>
                <a:sym typeface="Montserrat"/>
              </a:rPr>
              <a:t>Communication and Marketing Strategies</a:t>
            </a:r>
            <a:endParaRPr sz="1400" b="0" i="0" u="none" strike="noStrike" cap="none">
              <a:solidFill>
                <a:srgbClr val="000000"/>
              </a:solidFill>
              <a:latin typeface="Montserrat"/>
              <a:ea typeface="Montserrat"/>
              <a:cs typeface="Montserrat"/>
              <a:sym typeface="Montserrat"/>
            </a:endParaRPr>
          </a:p>
        </p:txBody>
      </p:sp>
      <p:sp>
        <p:nvSpPr>
          <p:cNvPr id="320" name="Google Shape;320;p37"/>
          <p:cNvSpPr txBox="1"/>
          <p:nvPr/>
        </p:nvSpPr>
        <p:spPr>
          <a:xfrm>
            <a:off x="887150" y="2286000"/>
            <a:ext cx="16444800" cy="10158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2900"/>
              <a:buFont typeface="Arial"/>
              <a:buNone/>
            </a:pPr>
            <a:r>
              <a:rPr lang="en" sz="2000" b="0" i="0" u="none" strike="noStrike" cap="none" dirty="0">
                <a:solidFill>
                  <a:srgbClr val="595959"/>
                </a:solidFill>
                <a:latin typeface="Montserrat"/>
                <a:ea typeface="Montserrat"/>
                <a:cs typeface="Montserrat"/>
                <a:sym typeface="Montserrat"/>
              </a:rPr>
              <a:t>At JWC, we represent the public relations and media management role for organizations as well las manage media centers for events and activations, focusing on providing comprehensive administrative and communication needs aimed at building and maintaining a positive institutional image and effective public engagement.</a:t>
            </a:r>
            <a:endParaRPr sz="2000" b="0" i="0" u="none" strike="noStrike" cap="none" dirty="0">
              <a:solidFill>
                <a:srgbClr val="000000"/>
              </a:solidFill>
              <a:latin typeface="Montserrat"/>
              <a:ea typeface="Montserrat"/>
              <a:cs typeface="Montserrat"/>
              <a:sym typeface="Montserrat"/>
            </a:endParaRPr>
          </a:p>
        </p:txBody>
      </p:sp>
      <p:cxnSp>
        <p:nvCxnSpPr>
          <p:cNvPr id="321" name="Google Shape;321;p37"/>
          <p:cNvCxnSpPr/>
          <p:nvPr/>
        </p:nvCxnSpPr>
        <p:spPr>
          <a:xfrm>
            <a:off x="977200" y="3657600"/>
            <a:ext cx="16382100" cy="0"/>
          </a:xfrm>
          <a:prstGeom prst="straightConnector1">
            <a:avLst/>
          </a:prstGeom>
          <a:noFill/>
          <a:ln w="19050" cap="flat" cmpd="sng">
            <a:solidFill>
              <a:srgbClr val="FA9632"/>
            </a:solidFill>
            <a:prstDash val="dot"/>
            <a:round/>
            <a:headEnd type="none" w="sm" len="sm"/>
            <a:tailEnd type="none" w="sm" len="sm"/>
          </a:ln>
        </p:spPr>
      </p:cxnSp>
      <p:sp>
        <p:nvSpPr>
          <p:cNvPr id="322" name="Google Shape;322;p37"/>
          <p:cNvSpPr txBox="1"/>
          <p:nvPr/>
        </p:nvSpPr>
        <p:spPr>
          <a:xfrm>
            <a:off x="2153682" y="4445425"/>
            <a:ext cx="6390300" cy="338700"/>
          </a:xfrm>
          <a:prstGeom prst="rect">
            <a:avLst/>
          </a:prstGeom>
          <a:noFill/>
          <a:ln>
            <a:noFill/>
          </a:ln>
        </p:spPr>
        <p:txBody>
          <a:bodyPr spcFirstLastPara="1" wrap="square" lIns="0" tIns="0" rIns="0" bIns="0" anchor="t" anchorCtr="0">
            <a:spAutoFit/>
          </a:bodyPr>
          <a:lstStyle/>
          <a:p>
            <a:pPr marL="0" marR="0" lvl="0" indent="0" algn="l" rtl="0">
              <a:lnSpc>
                <a:spcPct val="200000"/>
              </a:lnSpc>
              <a:spcBef>
                <a:spcPts val="0"/>
              </a:spcBef>
              <a:spcAft>
                <a:spcPts val="0"/>
              </a:spcAft>
              <a:buNone/>
            </a:pPr>
            <a:r>
              <a:rPr lang="en" sz="2200" b="1" i="0" u="none" strike="noStrike" cap="none">
                <a:solidFill>
                  <a:srgbClr val="595959"/>
                </a:solidFill>
                <a:latin typeface="Montserrat"/>
                <a:ea typeface="Montserrat"/>
                <a:cs typeface="Montserrat"/>
                <a:sym typeface="Montserrat"/>
              </a:rPr>
              <a:t>Media Relationship Building</a:t>
            </a:r>
            <a:endParaRPr sz="2200" b="1" i="0" u="none" strike="noStrike" cap="none">
              <a:solidFill>
                <a:srgbClr val="595959"/>
              </a:solidFill>
              <a:latin typeface="Montserrat"/>
              <a:ea typeface="Montserrat"/>
              <a:cs typeface="Montserrat"/>
              <a:sym typeface="Montserrat"/>
            </a:endParaRPr>
          </a:p>
        </p:txBody>
      </p:sp>
      <p:sp>
        <p:nvSpPr>
          <p:cNvPr id="324" name="Google Shape;324;p37"/>
          <p:cNvSpPr txBox="1"/>
          <p:nvPr/>
        </p:nvSpPr>
        <p:spPr>
          <a:xfrm>
            <a:off x="15771300" y="9601200"/>
            <a:ext cx="1523100" cy="3009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CCCCCC"/>
                </a:solidFill>
                <a:latin typeface="Montserrat"/>
                <a:ea typeface="Montserrat"/>
                <a:cs typeface="Montserrat"/>
                <a:sym typeface="Montserrat"/>
              </a:rPr>
              <a:t>8</a:t>
            </a:fld>
            <a:endParaRPr sz="1400" b="0" i="0" u="none" strike="noStrike" cap="none">
              <a:solidFill>
                <a:srgbClr val="CCCCCC"/>
              </a:solidFill>
              <a:latin typeface="Montserrat"/>
              <a:ea typeface="Montserrat"/>
              <a:cs typeface="Montserrat"/>
              <a:sym typeface="Montserrat"/>
            </a:endParaRPr>
          </a:p>
        </p:txBody>
      </p:sp>
      <p:sp>
        <p:nvSpPr>
          <p:cNvPr id="325" name="Google Shape;325;p37"/>
          <p:cNvSpPr txBox="1"/>
          <p:nvPr/>
        </p:nvSpPr>
        <p:spPr>
          <a:xfrm>
            <a:off x="9946057" y="4445425"/>
            <a:ext cx="7296000" cy="338700"/>
          </a:xfrm>
          <a:prstGeom prst="rect">
            <a:avLst/>
          </a:prstGeom>
          <a:noFill/>
          <a:ln>
            <a:noFill/>
          </a:ln>
        </p:spPr>
        <p:txBody>
          <a:bodyPr spcFirstLastPara="1" wrap="square" lIns="0" tIns="0" rIns="0" bIns="0" anchor="t" anchorCtr="0">
            <a:spAutoFit/>
          </a:bodyPr>
          <a:lstStyle/>
          <a:p>
            <a:pPr marL="0" lvl="0" indent="0" algn="l" rtl="0">
              <a:lnSpc>
                <a:spcPct val="200000"/>
              </a:lnSpc>
              <a:spcBef>
                <a:spcPts val="0"/>
              </a:spcBef>
              <a:spcAft>
                <a:spcPts val="0"/>
              </a:spcAft>
              <a:buClr>
                <a:schemeClr val="dk1"/>
              </a:buClr>
              <a:buSzPts val="1100"/>
              <a:buFont typeface="Arial"/>
              <a:buNone/>
            </a:pPr>
            <a:r>
              <a:rPr lang="en" sz="2200" b="1">
                <a:solidFill>
                  <a:schemeClr val="dk2"/>
                </a:solidFill>
                <a:latin typeface="Montserrat"/>
                <a:ea typeface="Montserrat"/>
                <a:cs typeface="Montserrat"/>
                <a:sym typeface="Montserrat"/>
              </a:rPr>
              <a:t>Media Campaigns</a:t>
            </a:r>
            <a:endParaRPr sz="2200" b="1" i="0" u="none" strike="noStrike" cap="none">
              <a:solidFill>
                <a:srgbClr val="595959"/>
              </a:solidFill>
              <a:latin typeface="Montserrat"/>
              <a:ea typeface="Montserrat"/>
              <a:cs typeface="Montserrat"/>
              <a:sym typeface="Montserrat"/>
            </a:endParaRPr>
          </a:p>
        </p:txBody>
      </p:sp>
      <p:sp>
        <p:nvSpPr>
          <p:cNvPr id="326" name="Google Shape;326;p37"/>
          <p:cNvSpPr/>
          <p:nvPr/>
        </p:nvSpPr>
        <p:spPr>
          <a:xfrm>
            <a:off x="914125" y="4117225"/>
            <a:ext cx="1025700" cy="1025700"/>
          </a:xfrm>
          <a:prstGeom prst="rect">
            <a:avLst/>
          </a:prstGeom>
          <a:solidFill>
            <a:srgbClr val="FAA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7" name="Google Shape;327;p37"/>
          <p:cNvSpPr/>
          <p:nvPr/>
        </p:nvSpPr>
        <p:spPr>
          <a:xfrm>
            <a:off x="914125" y="5445225"/>
            <a:ext cx="1025700" cy="1025700"/>
          </a:xfrm>
          <a:prstGeom prst="rect">
            <a:avLst/>
          </a:prstGeom>
          <a:solidFill>
            <a:srgbClr val="FAA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8" name="Google Shape;328;p37"/>
          <p:cNvSpPr/>
          <p:nvPr/>
        </p:nvSpPr>
        <p:spPr>
          <a:xfrm>
            <a:off x="914125" y="6791550"/>
            <a:ext cx="1025700" cy="1025700"/>
          </a:xfrm>
          <a:prstGeom prst="rect">
            <a:avLst/>
          </a:prstGeom>
          <a:solidFill>
            <a:srgbClr val="FAA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 name="Google Shape;329;p37"/>
          <p:cNvSpPr/>
          <p:nvPr/>
        </p:nvSpPr>
        <p:spPr>
          <a:xfrm>
            <a:off x="914125" y="8101225"/>
            <a:ext cx="1025700" cy="1025700"/>
          </a:xfrm>
          <a:prstGeom prst="rect">
            <a:avLst/>
          </a:prstGeom>
          <a:solidFill>
            <a:srgbClr val="FAA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0" name="Google Shape;330;p37"/>
          <p:cNvSpPr/>
          <p:nvPr/>
        </p:nvSpPr>
        <p:spPr>
          <a:xfrm>
            <a:off x="8687025" y="4117225"/>
            <a:ext cx="1025700" cy="1025700"/>
          </a:xfrm>
          <a:prstGeom prst="rect">
            <a:avLst/>
          </a:prstGeom>
          <a:solidFill>
            <a:srgbClr val="FAA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1" name="Google Shape;331;p37"/>
          <p:cNvSpPr/>
          <p:nvPr/>
        </p:nvSpPr>
        <p:spPr>
          <a:xfrm>
            <a:off x="8687025" y="5445225"/>
            <a:ext cx="1025700" cy="1025700"/>
          </a:xfrm>
          <a:prstGeom prst="rect">
            <a:avLst/>
          </a:prstGeom>
          <a:solidFill>
            <a:srgbClr val="FAA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2" name="Google Shape;332;p37"/>
          <p:cNvSpPr/>
          <p:nvPr/>
        </p:nvSpPr>
        <p:spPr>
          <a:xfrm>
            <a:off x="8687025" y="6791550"/>
            <a:ext cx="1025700" cy="1025700"/>
          </a:xfrm>
          <a:prstGeom prst="rect">
            <a:avLst/>
          </a:prstGeom>
          <a:solidFill>
            <a:srgbClr val="FAA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3" name="Google Shape;333;p37"/>
          <p:cNvSpPr/>
          <p:nvPr/>
        </p:nvSpPr>
        <p:spPr>
          <a:xfrm>
            <a:off x="8687025" y="8101225"/>
            <a:ext cx="1025700" cy="1025700"/>
          </a:xfrm>
          <a:prstGeom prst="rect">
            <a:avLst/>
          </a:prstGeom>
          <a:solidFill>
            <a:srgbClr val="FAA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4" name="Google Shape;334;p37"/>
          <p:cNvSpPr txBox="1"/>
          <p:nvPr/>
        </p:nvSpPr>
        <p:spPr>
          <a:xfrm>
            <a:off x="2153682" y="5773425"/>
            <a:ext cx="6390300" cy="338700"/>
          </a:xfrm>
          <a:prstGeom prst="rect">
            <a:avLst/>
          </a:prstGeom>
          <a:noFill/>
          <a:ln>
            <a:noFill/>
          </a:ln>
        </p:spPr>
        <p:txBody>
          <a:bodyPr spcFirstLastPara="1" wrap="square" lIns="0" tIns="0" rIns="0" bIns="0" anchor="t" anchorCtr="0">
            <a:spAutoFit/>
          </a:bodyPr>
          <a:lstStyle/>
          <a:p>
            <a:pPr marL="0" lvl="0" indent="0" algn="l" rtl="0">
              <a:lnSpc>
                <a:spcPct val="200000"/>
              </a:lnSpc>
              <a:spcBef>
                <a:spcPts val="0"/>
              </a:spcBef>
              <a:spcAft>
                <a:spcPts val="0"/>
              </a:spcAft>
              <a:buNone/>
            </a:pPr>
            <a:r>
              <a:rPr lang="en" sz="2200" b="1">
                <a:solidFill>
                  <a:schemeClr val="dk2"/>
                </a:solidFill>
                <a:latin typeface="Montserrat"/>
                <a:ea typeface="Montserrat"/>
                <a:cs typeface="Montserrat"/>
                <a:sym typeface="Montserrat"/>
              </a:rPr>
              <a:t>Corporate Communication Management</a:t>
            </a:r>
            <a:endParaRPr sz="2200" b="1">
              <a:solidFill>
                <a:srgbClr val="595959"/>
              </a:solidFill>
              <a:latin typeface="Montserrat"/>
              <a:ea typeface="Montserrat"/>
              <a:cs typeface="Montserrat"/>
              <a:sym typeface="Montserrat"/>
            </a:endParaRPr>
          </a:p>
        </p:txBody>
      </p:sp>
      <p:sp>
        <p:nvSpPr>
          <p:cNvPr id="335" name="Google Shape;335;p37"/>
          <p:cNvSpPr txBox="1"/>
          <p:nvPr/>
        </p:nvSpPr>
        <p:spPr>
          <a:xfrm>
            <a:off x="2153682" y="7119750"/>
            <a:ext cx="6390300" cy="338700"/>
          </a:xfrm>
          <a:prstGeom prst="rect">
            <a:avLst/>
          </a:prstGeom>
          <a:noFill/>
          <a:ln>
            <a:noFill/>
          </a:ln>
        </p:spPr>
        <p:txBody>
          <a:bodyPr spcFirstLastPara="1" wrap="square" lIns="0" tIns="0" rIns="0" bIns="0" anchor="t" anchorCtr="0">
            <a:spAutoFit/>
          </a:bodyPr>
          <a:lstStyle/>
          <a:p>
            <a:pPr marL="0" lvl="0" indent="0" algn="l" rtl="0">
              <a:lnSpc>
                <a:spcPct val="200000"/>
              </a:lnSpc>
              <a:spcBef>
                <a:spcPts val="0"/>
              </a:spcBef>
              <a:spcAft>
                <a:spcPts val="0"/>
              </a:spcAft>
              <a:buNone/>
            </a:pPr>
            <a:r>
              <a:rPr lang="en" sz="2200" b="1">
                <a:solidFill>
                  <a:schemeClr val="dk2"/>
                </a:solidFill>
                <a:latin typeface="Montserrat"/>
                <a:ea typeface="Montserrat"/>
                <a:cs typeface="Montserrat"/>
                <a:sym typeface="Montserrat"/>
              </a:rPr>
              <a:t>Media Center Management and Operation</a:t>
            </a:r>
            <a:endParaRPr sz="2200" b="1">
              <a:solidFill>
                <a:srgbClr val="595959"/>
              </a:solidFill>
              <a:latin typeface="Montserrat"/>
              <a:ea typeface="Montserrat"/>
              <a:cs typeface="Montserrat"/>
              <a:sym typeface="Montserrat"/>
            </a:endParaRPr>
          </a:p>
        </p:txBody>
      </p:sp>
      <p:sp>
        <p:nvSpPr>
          <p:cNvPr id="336" name="Google Shape;336;p37"/>
          <p:cNvSpPr txBox="1"/>
          <p:nvPr/>
        </p:nvSpPr>
        <p:spPr>
          <a:xfrm>
            <a:off x="2153682" y="8429425"/>
            <a:ext cx="6390300" cy="338700"/>
          </a:xfrm>
          <a:prstGeom prst="rect">
            <a:avLst/>
          </a:prstGeom>
          <a:noFill/>
          <a:ln>
            <a:noFill/>
          </a:ln>
        </p:spPr>
        <p:txBody>
          <a:bodyPr spcFirstLastPara="1" wrap="square" lIns="0" tIns="0" rIns="0" bIns="0" anchor="t" anchorCtr="0">
            <a:spAutoFit/>
          </a:bodyPr>
          <a:lstStyle/>
          <a:p>
            <a:pPr marL="0" lvl="0" indent="0" algn="l" rtl="0">
              <a:lnSpc>
                <a:spcPct val="200000"/>
              </a:lnSpc>
              <a:spcBef>
                <a:spcPts val="0"/>
              </a:spcBef>
              <a:spcAft>
                <a:spcPts val="0"/>
              </a:spcAft>
              <a:buNone/>
            </a:pPr>
            <a:r>
              <a:rPr lang="en" sz="2200" b="1">
                <a:solidFill>
                  <a:schemeClr val="dk2"/>
                </a:solidFill>
                <a:latin typeface="Montserrat"/>
                <a:ea typeface="Montserrat"/>
                <a:cs typeface="Montserrat"/>
                <a:sym typeface="Montserrat"/>
              </a:rPr>
              <a:t>Reputation Management</a:t>
            </a:r>
            <a:endParaRPr sz="2200" b="1">
              <a:solidFill>
                <a:srgbClr val="595959"/>
              </a:solidFill>
              <a:latin typeface="Montserrat"/>
              <a:ea typeface="Montserrat"/>
              <a:cs typeface="Montserrat"/>
              <a:sym typeface="Montserrat"/>
            </a:endParaRPr>
          </a:p>
        </p:txBody>
      </p:sp>
      <p:sp>
        <p:nvSpPr>
          <p:cNvPr id="337" name="Google Shape;337;p37"/>
          <p:cNvSpPr txBox="1"/>
          <p:nvPr/>
        </p:nvSpPr>
        <p:spPr>
          <a:xfrm>
            <a:off x="9946057" y="5773425"/>
            <a:ext cx="7296000" cy="338700"/>
          </a:xfrm>
          <a:prstGeom prst="rect">
            <a:avLst/>
          </a:prstGeom>
          <a:noFill/>
          <a:ln>
            <a:noFill/>
          </a:ln>
        </p:spPr>
        <p:txBody>
          <a:bodyPr spcFirstLastPara="1" wrap="square" lIns="0" tIns="0" rIns="0" bIns="0" anchor="t" anchorCtr="0">
            <a:spAutoFit/>
          </a:bodyPr>
          <a:lstStyle/>
          <a:p>
            <a:pPr marL="0" lvl="0" indent="0" algn="l" rtl="0">
              <a:lnSpc>
                <a:spcPct val="200000"/>
              </a:lnSpc>
              <a:spcBef>
                <a:spcPts val="0"/>
              </a:spcBef>
              <a:spcAft>
                <a:spcPts val="0"/>
              </a:spcAft>
              <a:buNone/>
            </a:pPr>
            <a:r>
              <a:rPr lang="en" sz="2200" b="1">
                <a:solidFill>
                  <a:schemeClr val="dk2"/>
                </a:solidFill>
                <a:latin typeface="Montserrat"/>
                <a:ea typeface="Montserrat"/>
                <a:cs typeface="Montserrat"/>
                <a:sym typeface="Montserrat"/>
              </a:rPr>
              <a:t>Internal Communication </a:t>
            </a:r>
            <a:endParaRPr sz="2200" b="1">
              <a:solidFill>
                <a:schemeClr val="dk2"/>
              </a:solidFill>
              <a:latin typeface="Montserrat"/>
              <a:ea typeface="Montserrat"/>
              <a:cs typeface="Montserrat"/>
              <a:sym typeface="Montserrat"/>
            </a:endParaRPr>
          </a:p>
        </p:txBody>
      </p:sp>
      <p:sp>
        <p:nvSpPr>
          <p:cNvPr id="338" name="Google Shape;338;p37"/>
          <p:cNvSpPr txBox="1"/>
          <p:nvPr/>
        </p:nvSpPr>
        <p:spPr>
          <a:xfrm>
            <a:off x="9946057" y="7119750"/>
            <a:ext cx="7296000" cy="338700"/>
          </a:xfrm>
          <a:prstGeom prst="rect">
            <a:avLst/>
          </a:prstGeom>
          <a:noFill/>
          <a:ln>
            <a:noFill/>
          </a:ln>
        </p:spPr>
        <p:txBody>
          <a:bodyPr spcFirstLastPara="1" wrap="square" lIns="0" tIns="0" rIns="0" bIns="0" anchor="t" anchorCtr="0">
            <a:spAutoFit/>
          </a:bodyPr>
          <a:lstStyle/>
          <a:p>
            <a:pPr marL="0" lvl="0" indent="0" algn="l" rtl="0">
              <a:lnSpc>
                <a:spcPct val="200000"/>
              </a:lnSpc>
              <a:spcBef>
                <a:spcPts val="0"/>
              </a:spcBef>
              <a:spcAft>
                <a:spcPts val="0"/>
              </a:spcAft>
              <a:buNone/>
            </a:pPr>
            <a:r>
              <a:rPr lang="en" sz="2200" b="1">
                <a:solidFill>
                  <a:schemeClr val="dk2"/>
                </a:solidFill>
                <a:latin typeface="Montserrat"/>
                <a:ea typeface="Montserrat"/>
                <a:cs typeface="Montserrat"/>
                <a:sym typeface="Montserrat"/>
              </a:rPr>
              <a:t>Content Management</a:t>
            </a:r>
            <a:endParaRPr sz="2200" b="1">
              <a:solidFill>
                <a:schemeClr val="dk2"/>
              </a:solidFill>
              <a:latin typeface="Montserrat"/>
              <a:ea typeface="Montserrat"/>
              <a:cs typeface="Montserrat"/>
              <a:sym typeface="Montserrat"/>
            </a:endParaRPr>
          </a:p>
        </p:txBody>
      </p:sp>
      <p:sp>
        <p:nvSpPr>
          <p:cNvPr id="339" name="Google Shape;339;p37"/>
          <p:cNvSpPr txBox="1"/>
          <p:nvPr/>
        </p:nvSpPr>
        <p:spPr>
          <a:xfrm>
            <a:off x="9946057" y="8429425"/>
            <a:ext cx="7296000" cy="338700"/>
          </a:xfrm>
          <a:prstGeom prst="rect">
            <a:avLst/>
          </a:prstGeom>
          <a:noFill/>
          <a:ln>
            <a:noFill/>
          </a:ln>
        </p:spPr>
        <p:txBody>
          <a:bodyPr spcFirstLastPara="1" wrap="square" lIns="0" tIns="0" rIns="0" bIns="0" anchor="t" anchorCtr="0">
            <a:spAutoFit/>
          </a:bodyPr>
          <a:lstStyle/>
          <a:p>
            <a:pPr marL="0" lvl="0" indent="0" algn="l" rtl="0">
              <a:lnSpc>
                <a:spcPct val="200000"/>
              </a:lnSpc>
              <a:spcBef>
                <a:spcPts val="0"/>
              </a:spcBef>
              <a:spcAft>
                <a:spcPts val="0"/>
              </a:spcAft>
              <a:buClr>
                <a:schemeClr val="dk1"/>
              </a:buClr>
              <a:buSzPts val="1100"/>
              <a:buFont typeface="Arial"/>
              <a:buNone/>
            </a:pPr>
            <a:r>
              <a:rPr lang="en" sz="2200" b="1">
                <a:solidFill>
                  <a:schemeClr val="dk2"/>
                </a:solidFill>
                <a:latin typeface="Montserrat"/>
                <a:ea typeface="Montserrat"/>
                <a:cs typeface="Montserrat"/>
                <a:sym typeface="Montserrat"/>
              </a:rPr>
              <a:t>Crisis Management</a:t>
            </a:r>
            <a:endParaRPr sz="2200" b="1" i="0" u="none" strike="noStrike" cap="none">
              <a:solidFill>
                <a:srgbClr val="E85C4B"/>
              </a:solidFill>
              <a:latin typeface="Montserrat"/>
              <a:ea typeface="Montserrat"/>
              <a:cs typeface="Montserrat"/>
              <a:sym typeface="Montserrat"/>
            </a:endParaRPr>
          </a:p>
        </p:txBody>
      </p:sp>
      <p:pic>
        <p:nvPicPr>
          <p:cNvPr id="340" name="Google Shape;340;p37" title="Icon B21.png"/>
          <p:cNvPicPr preferRelativeResize="0"/>
          <p:nvPr/>
        </p:nvPicPr>
        <p:blipFill rotWithShape="1">
          <a:blip r:embed="rId3">
            <a:alphaModFix/>
          </a:blip>
          <a:srcRect/>
          <a:stretch/>
        </p:blipFill>
        <p:spPr>
          <a:xfrm>
            <a:off x="914125" y="5444949"/>
            <a:ext cx="1025701" cy="1024420"/>
          </a:xfrm>
          <a:prstGeom prst="rect">
            <a:avLst/>
          </a:prstGeom>
          <a:noFill/>
          <a:ln>
            <a:noFill/>
          </a:ln>
        </p:spPr>
      </p:pic>
      <p:pic>
        <p:nvPicPr>
          <p:cNvPr id="341" name="Google Shape;341;p37" title="Icon B31.png"/>
          <p:cNvPicPr preferRelativeResize="0"/>
          <p:nvPr/>
        </p:nvPicPr>
        <p:blipFill rotWithShape="1">
          <a:blip r:embed="rId4">
            <a:alphaModFix/>
          </a:blip>
          <a:srcRect/>
          <a:stretch/>
        </p:blipFill>
        <p:spPr>
          <a:xfrm>
            <a:off x="914125" y="6794144"/>
            <a:ext cx="1025701" cy="1024420"/>
          </a:xfrm>
          <a:prstGeom prst="rect">
            <a:avLst/>
          </a:prstGeom>
          <a:noFill/>
          <a:ln>
            <a:noFill/>
          </a:ln>
        </p:spPr>
      </p:pic>
      <p:pic>
        <p:nvPicPr>
          <p:cNvPr id="342" name="Google Shape;342;p37" title="Icon B41.png"/>
          <p:cNvPicPr preferRelativeResize="0"/>
          <p:nvPr/>
        </p:nvPicPr>
        <p:blipFill rotWithShape="1">
          <a:blip r:embed="rId5">
            <a:alphaModFix/>
          </a:blip>
          <a:srcRect/>
          <a:stretch/>
        </p:blipFill>
        <p:spPr>
          <a:xfrm>
            <a:off x="914125" y="8099731"/>
            <a:ext cx="1025701" cy="1024420"/>
          </a:xfrm>
          <a:prstGeom prst="rect">
            <a:avLst/>
          </a:prstGeom>
          <a:noFill/>
          <a:ln>
            <a:noFill/>
          </a:ln>
        </p:spPr>
      </p:pic>
      <p:pic>
        <p:nvPicPr>
          <p:cNvPr id="343" name="Google Shape;343;p37" title="Icon B61.png"/>
          <p:cNvPicPr preferRelativeResize="0"/>
          <p:nvPr/>
        </p:nvPicPr>
        <p:blipFill rotWithShape="1">
          <a:blip r:embed="rId6">
            <a:alphaModFix/>
          </a:blip>
          <a:srcRect/>
          <a:stretch/>
        </p:blipFill>
        <p:spPr>
          <a:xfrm>
            <a:off x="8683730" y="5444949"/>
            <a:ext cx="1025701" cy="1024420"/>
          </a:xfrm>
          <a:prstGeom prst="rect">
            <a:avLst/>
          </a:prstGeom>
          <a:noFill/>
          <a:ln>
            <a:noFill/>
          </a:ln>
        </p:spPr>
      </p:pic>
      <p:pic>
        <p:nvPicPr>
          <p:cNvPr id="344" name="Google Shape;344;p37" title="Icon B71.png"/>
          <p:cNvPicPr preferRelativeResize="0"/>
          <p:nvPr/>
        </p:nvPicPr>
        <p:blipFill rotWithShape="1">
          <a:blip r:embed="rId7">
            <a:alphaModFix/>
          </a:blip>
          <a:srcRect/>
          <a:stretch/>
        </p:blipFill>
        <p:spPr>
          <a:xfrm>
            <a:off x="8683730" y="6794144"/>
            <a:ext cx="1025701" cy="1024420"/>
          </a:xfrm>
          <a:prstGeom prst="rect">
            <a:avLst/>
          </a:prstGeom>
          <a:noFill/>
          <a:ln>
            <a:noFill/>
          </a:ln>
        </p:spPr>
      </p:pic>
      <p:pic>
        <p:nvPicPr>
          <p:cNvPr id="345" name="Google Shape;345;p37" title="Icon B81.png"/>
          <p:cNvPicPr preferRelativeResize="0"/>
          <p:nvPr/>
        </p:nvPicPr>
        <p:blipFill rotWithShape="1">
          <a:blip r:embed="rId8">
            <a:alphaModFix/>
          </a:blip>
          <a:srcRect/>
          <a:stretch/>
        </p:blipFill>
        <p:spPr>
          <a:xfrm>
            <a:off x="8683730" y="8099731"/>
            <a:ext cx="1025701" cy="1024420"/>
          </a:xfrm>
          <a:prstGeom prst="rect">
            <a:avLst/>
          </a:prstGeom>
          <a:noFill/>
          <a:ln>
            <a:noFill/>
          </a:ln>
        </p:spPr>
      </p:pic>
      <p:pic>
        <p:nvPicPr>
          <p:cNvPr id="346" name="Google Shape;346;p37" title="Icon B11.png"/>
          <p:cNvPicPr preferRelativeResize="0"/>
          <p:nvPr/>
        </p:nvPicPr>
        <p:blipFill rotWithShape="1">
          <a:blip r:embed="rId9">
            <a:alphaModFix/>
          </a:blip>
          <a:srcRect/>
          <a:stretch/>
        </p:blipFill>
        <p:spPr>
          <a:xfrm>
            <a:off x="914125" y="4111737"/>
            <a:ext cx="1025701" cy="1024420"/>
          </a:xfrm>
          <a:prstGeom prst="rect">
            <a:avLst/>
          </a:prstGeom>
          <a:noFill/>
          <a:ln>
            <a:noFill/>
          </a:ln>
        </p:spPr>
      </p:pic>
      <p:pic>
        <p:nvPicPr>
          <p:cNvPr id="347" name="Google Shape;347;p37" title="Icon B51.png"/>
          <p:cNvPicPr preferRelativeResize="0"/>
          <p:nvPr/>
        </p:nvPicPr>
        <p:blipFill rotWithShape="1">
          <a:blip r:embed="rId10">
            <a:alphaModFix/>
          </a:blip>
          <a:srcRect/>
          <a:stretch/>
        </p:blipFill>
        <p:spPr>
          <a:xfrm>
            <a:off x="8683730" y="4111737"/>
            <a:ext cx="1025701" cy="10244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3F3"/>
        </a:solidFill>
        <a:effectLst/>
      </p:bgPr>
    </p:bg>
    <p:spTree>
      <p:nvGrpSpPr>
        <p:cNvPr id="1" name="Shape 384"/>
        <p:cNvGrpSpPr/>
        <p:nvPr/>
      </p:nvGrpSpPr>
      <p:grpSpPr>
        <a:xfrm>
          <a:off x="0" y="0"/>
          <a:ext cx="0" cy="0"/>
          <a:chOff x="0" y="0"/>
          <a:chExt cx="0" cy="0"/>
        </a:xfrm>
      </p:grpSpPr>
      <p:sp>
        <p:nvSpPr>
          <p:cNvPr id="385" name="Google Shape;385;p41"/>
          <p:cNvSpPr txBox="1"/>
          <p:nvPr/>
        </p:nvSpPr>
        <p:spPr>
          <a:xfrm>
            <a:off x="914400" y="1371600"/>
            <a:ext cx="16418100" cy="554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3600" b="1" i="0" u="none" strike="noStrike" cap="none">
                <a:solidFill>
                  <a:srgbClr val="FA9632"/>
                </a:solidFill>
                <a:latin typeface="Montserrat"/>
                <a:ea typeface="Montserrat"/>
                <a:cs typeface="Montserrat"/>
                <a:sym typeface="Montserrat"/>
              </a:rPr>
              <a:t>Reputation and Media Presence Management</a:t>
            </a:r>
            <a:endParaRPr sz="3600" b="0" i="0" u="none" strike="noStrike" cap="none">
              <a:solidFill>
                <a:srgbClr val="000000"/>
              </a:solidFill>
              <a:latin typeface="Montserrat"/>
              <a:ea typeface="Montserrat"/>
              <a:cs typeface="Montserrat"/>
              <a:sym typeface="Montserrat"/>
            </a:endParaRPr>
          </a:p>
        </p:txBody>
      </p:sp>
      <p:sp>
        <p:nvSpPr>
          <p:cNvPr id="386" name="Google Shape;386;p41"/>
          <p:cNvSpPr txBox="1"/>
          <p:nvPr/>
        </p:nvSpPr>
        <p:spPr>
          <a:xfrm>
            <a:off x="914100" y="2286000"/>
            <a:ext cx="16418100" cy="6618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2900"/>
              <a:buFont typeface="Arial"/>
              <a:buNone/>
            </a:pPr>
            <a:r>
              <a:rPr lang="en" sz="2000" b="0" i="0" u="none" strike="noStrike" cap="none">
                <a:solidFill>
                  <a:srgbClr val="595959"/>
                </a:solidFill>
                <a:latin typeface="Montserrat"/>
                <a:ea typeface="Montserrat"/>
                <a:cs typeface="Montserrat"/>
                <a:sym typeface="Montserrat"/>
              </a:rPr>
              <a:t>We manage individual and organizational reputation and presence through specialized services designed to build a positive, trustworthy image and enhance visibility across traditional and digital media platforms.</a:t>
            </a:r>
            <a:endParaRPr sz="2000" b="0" i="0" u="none" strike="noStrike" cap="none">
              <a:solidFill>
                <a:srgbClr val="000000"/>
              </a:solidFill>
              <a:latin typeface="Montserrat"/>
              <a:ea typeface="Montserrat"/>
              <a:cs typeface="Montserrat"/>
              <a:sym typeface="Montserrat"/>
            </a:endParaRPr>
          </a:p>
        </p:txBody>
      </p:sp>
      <p:cxnSp>
        <p:nvCxnSpPr>
          <p:cNvPr id="387" name="Google Shape;387;p41"/>
          <p:cNvCxnSpPr/>
          <p:nvPr/>
        </p:nvCxnSpPr>
        <p:spPr>
          <a:xfrm>
            <a:off x="969975" y="3657813"/>
            <a:ext cx="16284300" cy="0"/>
          </a:xfrm>
          <a:prstGeom prst="straightConnector1">
            <a:avLst/>
          </a:prstGeom>
          <a:noFill/>
          <a:ln w="19050" cap="flat" cmpd="sng">
            <a:solidFill>
              <a:srgbClr val="FA9632"/>
            </a:solidFill>
            <a:prstDash val="dot"/>
            <a:round/>
            <a:headEnd type="none" w="sm" len="sm"/>
            <a:tailEnd type="none" w="sm" len="sm"/>
          </a:ln>
        </p:spPr>
      </p:cxnSp>
      <p:sp>
        <p:nvSpPr>
          <p:cNvPr id="388" name="Google Shape;388;p41"/>
          <p:cNvSpPr txBox="1"/>
          <p:nvPr/>
        </p:nvSpPr>
        <p:spPr>
          <a:xfrm>
            <a:off x="-6678175" y="4114800"/>
            <a:ext cx="6390300" cy="2370300"/>
          </a:xfrm>
          <a:prstGeom prst="rect">
            <a:avLst/>
          </a:prstGeom>
          <a:noFill/>
          <a:ln>
            <a:noFill/>
          </a:ln>
        </p:spPr>
        <p:txBody>
          <a:bodyPr spcFirstLastPara="1" wrap="square" lIns="0" tIns="0" rIns="0" bIns="0" anchor="t" anchorCtr="0">
            <a:spAutoFit/>
          </a:bodyPr>
          <a:lstStyle/>
          <a:p>
            <a:pPr marL="0" marR="0" lvl="0" indent="0" algn="l" rtl="0">
              <a:lnSpc>
                <a:spcPct val="200000"/>
              </a:lnSpc>
              <a:spcBef>
                <a:spcPts val="0"/>
              </a:spcBef>
              <a:spcAft>
                <a:spcPts val="0"/>
              </a:spcAft>
              <a:buNone/>
            </a:pPr>
            <a:endParaRPr sz="2200" b="1">
              <a:solidFill>
                <a:schemeClr val="dk2"/>
              </a:solidFill>
              <a:latin typeface="Montserrat"/>
              <a:ea typeface="Montserrat"/>
              <a:cs typeface="Montserrat"/>
              <a:sym typeface="Montserrat"/>
            </a:endParaRPr>
          </a:p>
          <a:p>
            <a:pPr marL="0" marR="0" lvl="0" indent="0" algn="l" rtl="0">
              <a:lnSpc>
                <a:spcPct val="200000"/>
              </a:lnSpc>
              <a:spcBef>
                <a:spcPts val="0"/>
              </a:spcBef>
              <a:spcAft>
                <a:spcPts val="0"/>
              </a:spcAft>
              <a:buNone/>
            </a:pPr>
            <a:endParaRPr sz="2200" b="1">
              <a:solidFill>
                <a:schemeClr val="dk2"/>
              </a:solidFill>
              <a:latin typeface="Montserrat"/>
              <a:ea typeface="Montserrat"/>
              <a:cs typeface="Montserrat"/>
              <a:sym typeface="Montserrat"/>
            </a:endParaRPr>
          </a:p>
          <a:p>
            <a:pPr marL="0" marR="0" lvl="0" indent="0" algn="l" rtl="0">
              <a:lnSpc>
                <a:spcPct val="200000"/>
              </a:lnSpc>
              <a:spcBef>
                <a:spcPts val="0"/>
              </a:spcBef>
              <a:spcAft>
                <a:spcPts val="0"/>
              </a:spcAft>
              <a:buNone/>
            </a:pPr>
            <a:endParaRPr sz="2200" b="1">
              <a:solidFill>
                <a:schemeClr val="dk2"/>
              </a:solidFill>
              <a:latin typeface="Montserrat"/>
              <a:ea typeface="Montserrat"/>
              <a:cs typeface="Montserrat"/>
              <a:sym typeface="Montserrat"/>
            </a:endParaRPr>
          </a:p>
          <a:p>
            <a:pPr marL="0" marR="0" lvl="0" indent="0" algn="l" rtl="0">
              <a:lnSpc>
                <a:spcPct val="200000"/>
              </a:lnSpc>
              <a:spcBef>
                <a:spcPts val="0"/>
              </a:spcBef>
              <a:spcAft>
                <a:spcPts val="0"/>
              </a:spcAft>
              <a:buNone/>
            </a:pPr>
            <a:endParaRPr sz="2200" b="1" i="0" u="none" strike="noStrike" cap="none">
              <a:solidFill>
                <a:schemeClr val="dk2"/>
              </a:solidFill>
              <a:latin typeface="Montserrat"/>
              <a:ea typeface="Montserrat"/>
              <a:cs typeface="Montserrat"/>
              <a:sym typeface="Montserrat"/>
            </a:endParaRPr>
          </a:p>
        </p:txBody>
      </p:sp>
      <p:sp>
        <p:nvSpPr>
          <p:cNvPr id="389" name="Google Shape;389;p41"/>
          <p:cNvSpPr txBox="1"/>
          <p:nvPr/>
        </p:nvSpPr>
        <p:spPr>
          <a:xfrm>
            <a:off x="15771300" y="9601200"/>
            <a:ext cx="1523100" cy="3009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CCCCCC"/>
                </a:solidFill>
                <a:latin typeface="Montserrat"/>
                <a:ea typeface="Montserrat"/>
                <a:cs typeface="Montserrat"/>
                <a:sym typeface="Montserrat"/>
              </a:rPr>
              <a:t>9</a:t>
            </a:fld>
            <a:endParaRPr sz="1400" b="0" i="0" u="none" strike="noStrike" cap="none">
              <a:solidFill>
                <a:srgbClr val="CCCCCC"/>
              </a:solidFill>
              <a:latin typeface="Montserrat"/>
              <a:ea typeface="Montserrat"/>
              <a:cs typeface="Montserrat"/>
              <a:sym typeface="Montserrat"/>
            </a:endParaRPr>
          </a:p>
        </p:txBody>
      </p:sp>
      <p:sp>
        <p:nvSpPr>
          <p:cNvPr id="390" name="Google Shape;390;p41"/>
          <p:cNvSpPr txBox="1"/>
          <p:nvPr/>
        </p:nvSpPr>
        <p:spPr>
          <a:xfrm>
            <a:off x="17646775" y="4114800"/>
            <a:ext cx="6390300" cy="1693200"/>
          </a:xfrm>
          <a:prstGeom prst="rect">
            <a:avLst/>
          </a:prstGeom>
          <a:noFill/>
          <a:ln>
            <a:noFill/>
          </a:ln>
        </p:spPr>
        <p:txBody>
          <a:bodyPr spcFirstLastPara="1" wrap="square" lIns="0" tIns="0" rIns="0" bIns="0" anchor="t" anchorCtr="0">
            <a:spAutoFit/>
          </a:bodyPr>
          <a:lstStyle/>
          <a:p>
            <a:pPr marL="0" marR="0" lvl="0" indent="0" algn="l" rtl="0">
              <a:lnSpc>
                <a:spcPct val="200000"/>
              </a:lnSpc>
              <a:spcBef>
                <a:spcPts val="0"/>
              </a:spcBef>
              <a:spcAft>
                <a:spcPts val="0"/>
              </a:spcAft>
              <a:buNone/>
            </a:pPr>
            <a:endParaRPr sz="2200" b="1">
              <a:solidFill>
                <a:schemeClr val="dk2"/>
              </a:solidFill>
              <a:latin typeface="Montserrat"/>
              <a:ea typeface="Montserrat"/>
              <a:cs typeface="Montserrat"/>
              <a:sym typeface="Montserrat"/>
            </a:endParaRPr>
          </a:p>
          <a:p>
            <a:pPr marL="0" marR="0" lvl="0" indent="0" algn="l" rtl="0">
              <a:lnSpc>
                <a:spcPct val="200000"/>
              </a:lnSpc>
              <a:spcBef>
                <a:spcPts val="0"/>
              </a:spcBef>
              <a:spcAft>
                <a:spcPts val="0"/>
              </a:spcAft>
              <a:buNone/>
            </a:pPr>
            <a:endParaRPr sz="2200" b="1">
              <a:solidFill>
                <a:schemeClr val="dk2"/>
              </a:solidFill>
              <a:latin typeface="Montserrat"/>
              <a:ea typeface="Montserrat"/>
              <a:cs typeface="Montserrat"/>
              <a:sym typeface="Montserrat"/>
            </a:endParaRPr>
          </a:p>
          <a:p>
            <a:pPr marL="0" marR="0" lvl="0" indent="0" algn="l" rtl="0">
              <a:lnSpc>
                <a:spcPct val="200000"/>
              </a:lnSpc>
              <a:spcBef>
                <a:spcPts val="0"/>
              </a:spcBef>
              <a:spcAft>
                <a:spcPts val="0"/>
              </a:spcAft>
              <a:buNone/>
            </a:pPr>
            <a:endParaRPr sz="2200" b="1" i="0" u="none" strike="noStrike" cap="none">
              <a:solidFill>
                <a:schemeClr val="dk2"/>
              </a:solidFill>
              <a:latin typeface="Montserrat"/>
              <a:ea typeface="Montserrat"/>
              <a:cs typeface="Montserrat"/>
              <a:sym typeface="Montserrat"/>
            </a:endParaRPr>
          </a:p>
        </p:txBody>
      </p:sp>
      <p:sp>
        <p:nvSpPr>
          <p:cNvPr id="391" name="Google Shape;391;p41"/>
          <p:cNvSpPr/>
          <p:nvPr/>
        </p:nvSpPr>
        <p:spPr>
          <a:xfrm>
            <a:off x="914125" y="4117225"/>
            <a:ext cx="1025700" cy="1025700"/>
          </a:xfrm>
          <a:prstGeom prst="rect">
            <a:avLst/>
          </a:prstGeom>
          <a:solidFill>
            <a:srgbClr val="59595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 name="Google Shape;392;p41"/>
          <p:cNvSpPr/>
          <p:nvPr/>
        </p:nvSpPr>
        <p:spPr>
          <a:xfrm>
            <a:off x="914125" y="5445225"/>
            <a:ext cx="1025700" cy="1025700"/>
          </a:xfrm>
          <a:prstGeom prst="rect">
            <a:avLst/>
          </a:prstGeom>
          <a:solidFill>
            <a:srgbClr val="59595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 name="Google Shape;393;p41"/>
          <p:cNvSpPr/>
          <p:nvPr/>
        </p:nvSpPr>
        <p:spPr>
          <a:xfrm>
            <a:off x="914125" y="6791550"/>
            <a:ext cx="1025700" cy="1025700"/>
          </a:xfrm>
          <a:prstGeom prst="rect">
            <a:avLst/>
          </a:prstGeom>
          <a:solidFill>
            <a:srgbClr val="59595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4" name="Google Shape;394;p41"/>
          <p:cNvSpPr/>
          <p:nvPr/>
        </p:nvSpPr>
        <p:spPr>
          <a:xfrm>
            <a:off x="914125" y="8101225"/>
            <a:ext cx="1025700" cy="1025700"/>
          </a:xfrm>
          <a:prstGeom prst="rect">
            <a:avLst/>
          </a:prstGeom>
          <a:solidFill>
            <a:srgbClr val="59595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5" name="Google Shape;395;p41"/>
          <p:cNvSpPr/>
          <p:nvPr/>
        </p:nvSpPr>
        <p:spPr>
          <a:xfrm>
            <a:off x="8687025" y="4117225"/>
            <a:ext cx="1025700" cy="1025700"/>
          </a:xfrm>
          <a:prstGeom prst="rect">
            <a:avLst/>
          </a:prstGeom>
          <a:solidFill>
            <a:srgbClr val="59595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6" name="Google Shape;396;p41"/>
          <p:cNvSpPr/>
          <p:nvPr/>
        </p:nvSpPr>
        <p:spPr>
          <a:xfrm>
            <a:off x="8687025" y="5445225"/>
            <a:ext cx="1025700" cy="1025700"/>
          </a:xfrm>
          <a:prstGeom prst="rect">
            <a:avLst/>
          </a:prstGeom>
          <a:solidFill>
            <a:srgbClr val="59595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7" name="Google Shape;397;p41"/>
          <p:cNvSpPr/>
          <p:nvPr/>
        </p:nvSpPr>
        <p:spPr>
          <a:xfrm>
            <a:off x="8687025" y="6791550"/>
            <a:ext cx="1025700" cy="1025700"/>
          </a:xfrm>
          <a:prstGeom prst="rect">
            <a:avLst/>
          </a:prstGeom>
          <a:solidFill>
            <a:srgbClr val="59595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8" name="Google Shape;398;p41"/>
          <p:cNvSpPr/>
          <p:nvPr/>
        </p:nvSpPr>
        <p:spPr>
          <a:xfrm>
            <a:off x="8687025" y="8101225"/>
            <a:ext cx="1025700" cy="1025700"/>
          </a:xfrm>
          <a:prstGeom prst="rect">
            <a:avLst/>
          </a:prstGeom>
          <a:solidFill>
            <a:srgbClr val="59595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99" name="Google Shape;399;p41" title="Icon A2 Orange1.png"/>
          <p:cNvPicPr preferRelativeResize="0"/>
          <p:nvPr/>
        </p:nvPicPr>
        <p:blipFill rotWithShape="1">
          <a:blip r:embed="rId3">
            <a:alphaModFix/>
          </a:blip>
          <a:srcRect/>
          <a:stretch/>
        </p:blipFill>
        <p:spPr>
          <a:xfrm>
            <a:off x="914125" y="5444949"/>
            <a:ext cx="1025701" cy="1024420"/>
          </a:xfrm>
          <a:prstGeom prst="rect">
            <a:avLst/>
          </a:prstGeom>
          <a:noFill/>
          <a:ln>
            <a:noFill/>
          </a:ln>
        </p:spPr>
      </p:pic>
      <p:pic>
        <p:nvPicPr>
          <p:cNvPr id="400" name="Google Shape;400;p41" title="Icon A3 Orange1.png"/>
          <p:cNvPicPr preferRelativeResize="0"/>
          <p:nvPr/>
        </p:nvPicPr>
        <p:blipFill rotWithShape="1">
          <a:blip r:embed="rId4">
            <a:alphaModFix/>
          </a:blip>
          <a:srcRect/>
          <a:stretch/>
        </p:blipFill>
        <p:spPr>
          <a:xfrm>
            <a:off x="914125" y="6794144"/>
            <a:ext cx="1025701" cy="1024420"/>
          </a:xfrm>
          <a:prstGeom prst="rect">
            <a:avLst/>
          </a:prstGeom>
          <a:noFill/>
          <a:ln>
            <a:noFill/>
          </a:ln>
        </p:spPr>
      </p:pic>
      <p:pic>
        <p:nvPicPr>
          <p:cNvPr id="401" name="Google Shape;401;p41" title="Icon A4 Orange1.png"/>
          <p:cNvPicPr preferRelativeResize="0"/>
          <p:nvPr/>
        </p:nvPicPr>
        <p:blipFill rotWithShape="1">
          <a:blip r:embed="rId5">
            <a:alphaModFix/>
          </a:blip>
          <a:srcRect/>
          <a:stretch/>
        </p:blipFill>
        <p:spPr>
          <a:xfrm>
            <a:off x="914125" y="8099731"/>
            <a:ext cx="1025701" cy="1024420"/>
          </a:xfrm>
          <a:prstGeom prst="rect">
            <a:avLst/>
          </a:prstGeom>
          <a:noFill/>
          <a:ln>
            <a:noFill/>
          </a:ln>
        </p:spPr>
      </p:pic>
      <p:pic>
        <p:nvPicPr>
          <p:cNvPr id="402" name="Google Shape;402;p41" title="Icon A6 Orange1.png"/>
          <p:cNvPicPr preferRelativeResize="0"/>
          <p:nvPr/>
        </p:nvPicPr>
        <p:blipFill rotWithShape="1">
          <a:blip r:embed="rId6">
            <a:alphaModFix/>
          </a:blip>
          <a:srcRect/>
          <a:stretch/>
        </p:blipFill>
        <p:spPr>
          <a:xfrm>
            <a:off x="8687025" y="5444949"/>
            <a:ext cx="1025701" cy="1024420"/>
          </a:xfrm>
          <a:prstGeom prst="rect">
            <a:avLst/>
          </a:prstGeom>
          <a:noFill/>
          <a:ln>
            <a:noFill/>
          </a:ln>
        </p:spPr>
      </p:pic>
      <p:pic>
        <p:nvPicPr>
          <p:cNvPr id="403" name="Google Shape;403;p41" title="Icon A7 Orange1.png"/>
          <p:cNvPicPr preferRelativeResize="0"/>
          <p:nvPr/>
        </p:nvPicPr>
        <p:blipFill rotWithShape="1">
          <a:blip r:embed="rId7">
            <a:alphaModFix/>
          </a:blip>
          <a:srcRect/>
          <a:stretch/>
        </p:blipFill>
        <p:spPr>
          <a:xfrm>
            <a:off x="8687025" y="6794144"/>
            <a:ext cx="1025701" cy="1024420"/>
          </a:xfrm>
          <a:prstGeom prst="rect">
            <a:avLst/>
          </a:prstGeom>
          <a:noFill/>
          <a:ln>
            <a:noFill/>
          </a:ln>
        </p:spPr>
      </p:pic>
      <p:pic>
        <p:nvPicPr>
          <p:cNvPr id="404" name="Google Shape;404;p41" title="Icon A8 Orange1.png"/>
          <p:cNvPicPr preferRelativeResize="0"/>
          <p:nvPr/>
        </p:nvPicPr>
        <p:blipFill rotWithShape="1">
          <a:blip r:embed="rId8">
            <a:alphaModFix/>
          </a:blip>
          <a:srcRect/>
          <a:stretch/>
        </p:blipFill>
        <p:spPr>
          <a:xfrm>
            <a:off x="8687025" y="8099731"/>
            <a:ext cx="1025701" cy="1024420"/>
          </a:xfrm>
          <a:prstGeom prst="rect">
            <a:avLst/>
          </a:prstGeom>
          <a:noFill/>
          <a:ln>
            <a:noFill/>
          </a:ln>
        </p:spPr>
      </p:pic>
      <p:pic>
        <p:nvPicPr>
          <p:cNvPr id="405" name="Google Shape;405;p41" title="Icon A1 Orange1.png"/>
          <p:cNvPicPr preferRelativeResize="0"/>
          <p:nvPr/>
        </p:nvPicPr>
        <p:blipFill rotWithShape="1">
          <a:blip r:embed="rId9">
            <a:alphaModFix/>
          </a:blip>
          <a:srcRect/>
          <a:stretch/>
        </p:blipFill>
        <p:spPr>
          <a:xfrm>
            <a:off x="914125" y="4111737"/>
            <a:ext cx="1025701" cy="1024420"/>
          </a:xfrm>
          <a:prstGeom prst="rect">
            <a:avLst/>
          </a:prstGeom>
          <a:noFill/>
          <a:ln>
            <a:noFill/>
          </a:ln>
        </p:spPr>
      </p:pic>
      <p:pic>
        <p:nvPicPr>
          <p:cNvPr id="406" name="Google Shape;406;p41" title="Icon A5 Orange1.png"/>
          <p:cNvPicPr preferRelativeResize="0"/>
          <p:nvPr/>
        </p:nvPicPr>
        <p:blipFill rotWithShape="1">
          <a:blip r:embed="rId10">
            <a:alphaModFix/>
          </a:blip>
          <a:srcRect/>
          <a:stretch/>
        </p:blipFill>
        <p:spPr>
          <a:xfrm>
            <a:off x="8687025" y="4111737"/>
            <a:ext cx="1025701" cy="1024420"/>
          </a:xfrm>
          <a:prstGeom prst="rect">
            <a:avLst/>
          </a:prstGeom>
          <a:noFill/>
          <a:ln>
            <a:noFill/>
          </a:ln>
        </p:spPr>
      </p:pic>
      <p:sp>
        <p:nvSpPr>
          <p:cNvPr id="407" name="Google Shape;407;p41"/>
          <p:cNvSpPr txBox="1"/>
          <p:nvPr/>
        </p:nvSpPr>
        <p:spPr>
          <a:xfrm>
            <a:off x="2153682" y="4445425"/>
            <a:ext cx="6390300" cy="338700"/>
          </a:xfrm>
          <a:prstGeom prst="rect">
            <a:avLst/>
          </a:prstGeom>
          <a:noFill/>
          <a:ln>
            <a:noFill/>
          </a:ln>
        </p:spPr>
        <p:txBody>
          <a:bodyPr spcFirstLastPara="1" wrap="square" lIns="0" tIns="0" rIns="0" bIns="0" anchor="t" anchorCtr="0">
            <a:spAutoFit/>
          </a:bodyPr>
          <a:lstStyle/>
          <a:p>
            <a:pPr marL="0" lvl="0" indent="0" algn="l" rtl="0">
              <a:lnSpc>
                <a:spcPct val="200000"/>
              </a:lnSpc>
              <a:spcBef>
                <a:spcPts val="0"/>
              </a:spcBef>
              <a:spcAft>
                <a:spcPts val="0"/>
              </a:spcAft>
              <a:buNone/>
            </a:pPr>
            <a:r>
              <a:rPr lang="en" sz="2200" b="1">
                <a:solidFill>
                  <a:schemeClr val="dk2"/>
                </a:solidFill>
                <a:latin typeface="Montserrat"/>
                <a:ea typeface="Montserrat"/>
                <a:cs typeface="Montserrat"/>
                <a:sym typeface="Montserrat"/>
              </a:rPr>
              <a:t>Reputation Analysis and Evaluation</a:t>
            </a:r>
            <a:endParaRPr sz="2200" b="1">
              <a:solidFill>
                <a:srgbClr val="595959"/>
              </a:solidFill>
              <a:latin typeface="Montserrat"/>
              <a:ea typeface="Montserrat"/>
              <a:cs typeface="Montserrat"/>
              <a:sym typeface="Montserrat"/>
            </a:endParaRPr>
          </a:p>
        </p:txBody>
      </p:sp>
      <p:sp>
        <p:nvSpPr>
          <p:cNvPr id="408" name="Google Shape;408;p41"/>
          <p:cNvSpPr txBox="1"/>
          <p:nvPr/>
        </p:nvSpPr>
        <p:spPr>
          <a:xfrm>
            <a:off x="9946057" y="4445425"/>
            <a:ext cx="7296000" cy="338700"/>
          </a:xfrm>
          <a:prstGeom prst="rect">
            <a:avLst/>
          </a:prstGeom>
          <a:noFill/>
          <a:ln>
            <a:noFill/>
          </a:ln>
        </p:spPr>
        <p:txBody>
          <a:bodyPr spcFirstLastPara="1" wrap="square" lIns="0" tIns="0" rIns="0" bIns="0" anchor="t" anchorCtr="0">
            <a:spAutoFit/>
          </a:bodyPr>
          <a:lstStyle/>
          <a:p>
            <a:pPr marL="0" lvl="0" indent="0" algn="l" rtl="0">
              <a:lnSpc>
                <a:spcPct val="200000"/>
              </a:lnSpc>
              <a:spcBef>
                <a:spcPts val="0"/>
              </a:spcBef>
              <a:spcAft>
                <a:spcPts val="0"/>
              </a:spcAft>
              <a:buNone/>
            </a:pPr>
            <a:r>
              <a:rPr lang="en" sz="2200" b="1">
                <a:solidFill>
                  <a:schemeClr val="dk2"/>
                </a:solidFill>
                <a:latin typeface="Montserrat"/>
                <a:ea typeface="Montserrat"/>
                <a:cs typeface="Montserrat"/>
                <a:sym typeface="Montserrat"/>
              </a:rPr>
              <a:t>Personal or Corporate Branding</a:t>
            </a:r>
            <a:endParaRPr sz="2200" b="1">
              <a:solidFill>
                <a:schemeClr val="dk2"/>
              </a:solidFill>
              <a:latin typeface="Montserrat"/>
              <a:ea typeface="Montserrat"/>
              <a:cs typeface="Montserrat"/>
              <a:sym typeface="Montserrat"/>
            </a:endParaRPr>
          </a:p>
        </p:txBody>
      </p:sp>
      <p:sp>
        <p:nvSpPr>
          <p:cNvPr id="409" name="Google Shape;409;p41"/>
          <p:cNvSpPr txBox="1"/>
          <p:nvPr/>
        </p:nvSpPr>
        <p:spPr>
          <a:xfrm>
            <a:off x="2153682" y="5773425"/>
            <a:ext cx="6390300" cy="338700"/>
          </a:xfrm>
          <a:prstGeom prst="rect">
            <a:avLst/>
          </a:prstGeom>
          <a:noFill/>
          <a:ln>
            <a:noFill/>
          </a:ln>
        </p:spPr>
        <p:txBody>
          <a:bodyPr spcFirstLastPara="1" wrap="square" lIns="0" tIns="0" rIns="0" bIns="0" anchor="t" anchorCtr="0">
            <a:spAutoFit/>
          </a:bodyPr>
          <a:lstStyle/>
          <a:p>
            <a:pPr marL="0" lvl="0" indent="0" algn="l" rtl="0">
              <a:lnSpc>
                <a:spcPct val="200000"/>
              </a:lnSpc>
              <a:spcBef>
                <a:spcPts val="0"/>
              </a:spcBef>
              <a:spcAft>
                <a:spcPts val="0"/>
              </a:spcAft>
              <a:buNone/>
            </a:pPr>
            <a:r>
              <a:rPr lang="en" sz="2200" b="1">
                <a:solidFill>
                  <a:schemeClr val="dk2"/>
                </a:solidFill>
                <a:latin typeface="Montserrat"/>
                <a:ea typeface="Montserrat"/>
                <a:cs typeface="Montserrat"/>
                <a:sym typeface="Montserrat"/>
              </a:rPr>
              <a:t>Reputation Management Strategies</a:t>
            </a:r>
            <a:endParaRPr sz="2200" b="1">
              <a:solidFill>
                <a:schemeClr val="dk2"/>
              </a:solidFill>
              <a:latin typeface="Montserrat"/>
              <a:ea typeface="Montserrat"/>
              <a:cs typeface="Montserrat"/>
              <a:sym typeface="Montserrat"/>
            </a:endParaRPr>
          </a:p>
        </p:txBody>
      </p:sp>
      <p:sp>
        <p:nvSpPr>
          <p:cNvPr id="410" name="Google Shape;410;p41"/>
          <p:cNvSpPr txBox="1"/>
          <p:nvPr/>
        </p:nvSpPr>
        <p:spPr>
          <a:xfrm>
            <a:off x="2153682" y="7119750"/>
            <a:ext cx="6390300" cy="338700"/>
          </a:xfrm>
          <a:prstGeom prst="rect">
            <a:avLst/>
          </a:prstGeom>
          <a:noFill/>
          <a:ln>
            <a:noFill/>
          </a:ln>
        </p:spPr>
        <p:txBody>
          <a:bodyPr spcFirstLastPara="1" wrap="square" lIns="0" tIns="0" rIns="0" bIns="0" anchor="t" anchorCtr="0">
            <a:spAutoFit/>
          </a:bodyPr>
          <a:lstStyle/>
          <a:p>
            <a:pPr marL="0" lvl="0" indent="0" algn="l" rtl="0">
              <a:lnSpc>
                <a:spcPct val="200000"/>
              </a:lnSpc>
              <a:spcBef>
                <a:spcPts val="0"/>
              </a:spcBef>
              <a:spcAft>
                <a:spcPts val="0"/>
              </a:spcAft>
              <a:buNone/>
            </a:pPr>
            <a:r>
              <a:rPr lang="en" sz="2200" b="1">
                <a:solidFill>
                  <a:schemeClr val="dk2"/>
                </a:solidFill>
                <a:latin typeface="Montserrat"/>
                <a:ea typeface="Montserrat"/>
                <a:cs typeface="Montserrat"/>
                <a:sym typeface="Montserrat"/>
              </a:rPr>
              <a:t>Media Presence Management</a:t>
            </a:r>
            <a:endParaRPr sz="2200" b="1">
              <a:solidFill>
                <a:schemeClr val="dk2"/>
              </a:solidFill>
              <a:latin typeface="Montserrat"/>
              <a:ea typeface="Montserrat"/>
              <a:cs typeface="Montserrat"/>
              <a:sym typeface="Montserrat"/>
            </a:endParaRPr>
          </a:p>
        </p:txBody>
      </p:sp>
      <p:sp>
        <p:nvSpPr>
          <p:cNvPr id="411" name="Google Shape;411;p41"/>
          <p:cNvSpPr txBox="1"/>
          <p:nvPr/>
        </p:nvSpPr>
        <p:spPr>
          <a:xfrm>
            <a:off x="2153682" y="8429425"/>
            <a:ext cx="6390300" cy="338700"/>
          </a:xfrm>
          <a:prstGeom prst="rect">
            <a:avLst/>
          </a:prstGeom>
          <a:noFill/>
          <a:ln>
            <a:noFill/>
          </a:ln>
        </p:spPr>
        <p:txBody>
          <a:bodyPr spcFirstLastPara="1" wrap="square" lIns="0" tIns="0" rIns="0" bIns="0" anchor="t" anchorCtr="0">
            <a:spAutoFit/>
          </a:bodyPr>
          <a:lstStyle/>
          <a:p>
            <a:pPr marL="0" lvl="0" indent="0" algn="l" rtl="0">
              <a:lnSpc>
                <a:spcPct val="200000"/>
              </a:lnSpc>
              <a:spcBef>
                <a:spcPts val="0"/>
              </a:spcBef>
              <a:spcAft>
                <a:spcPts val="0"/>
              </a:spcAft>
              <a:buNone/>
            </a:pPr>
            <a:r>
              <a:rPr lang="en" sz="2200" b="1">
                <a:solidFill>
                  <a:schemeClr val="dk2"/>
                </a:solidFill>
                <a:latin typeface="Montserrat"/>
                <a:ea typeface="Montserrat"/>
                <a:cs typeface="Montserrat"/>
                <a:sym typeface="Montserrat"/>
              </a:rPr>
              <a:t>Media Monitoring and Analysis</a:t>
            </a:r>
            <a:endParaRPr sz="2200" b="1">
              <a:solidFill>
                <a:schemeClr val="dk2"/>
              </a:solidFill>
              <a:latin typeface="Montserrat"/>
              <a:ea typeface="Montserrat"/>
              <a:cs typeface="Montserrat"/>
              <a:sym typeface="Montserrat"/>
            </a:endParaRPr>
          </a:p>
        </p:txBody>
      </p:sp>
      <p:sp>
        <p:nvSpPr>
          <p:cNvPr id="412" name="Google Shape;412;p41"/>
          <p:cNvSpPr txBox="1"/>
          <p:nvPr/>
        </p:nvSpPr>
        <p:spPr>
          <a:xfrm>
            <a:off x="9946057" y="5773425"/>
            <a:ext cx="7296000" cy="338700"/>
          </a:xfrm>
          <a:prstGeom prst="rect">
            <a:avLst/>
          </a:prstGeom>
          <a:noFill/>
          <a:ln>
            <a:noFill/>
          </a:ln>
        </p:spPr>
        <p:txBody>
          <a:bodyPr spcFirstLastPara="1" wrap="square" lIns="0" tIns="0" rIns="0" bIns="0" anchor="t" anchorCtr="0">
            <a:spAutoFit/>
          </a:bodyPr>
          <a:lstStyle/>
          <a:p>
            <a:pPr marL="0" lvl="0" indent="0" algn="l" rtl="0">
              <a:lnSpc>
                <a:spcPct val="200000"/>
              </a:lnSpc>
              <a:spcBef>
                <a:spcPts val="0"/>
              </a:spcBef>
              <a:spcAft>
                <a:spcPts val="0"/>
              </a:spcAft>
              <a:buClr>
                <a:schemeClr val="dk1"/>
              </a:buClr>
              <a:buSzPts val="1100"/>
              <a:buFont typeface="Arial"/>
              <a:buNone/>
            </a:pPr>
            <a:r>
              <a:rPr lang="en" sz="2200" b="1">
                <a:solidFill>
                  <a:schemeClr val="dk2"/>
                </a:solidFill>
                <a:latin typeface="Montserrat"/>
                <a:ea typeface="Montserrat"/>
                <a:cs typeface="Montserrat"/>
                <a:sym typeface="Montserrat"/>
              </a:rPr>
              <a:t>Online Reputation Management</a:t>
            </a:r>
            <a:endParaRPr sz="2200" b="1">
              <a:solidFill>
                <a:schemeClr val="dk2"/>
              </a:solidFill>
              <a:latin typeface="Montserrat"/>
              <a:ea typeface="Montserrat"/>
              <a:cs typeface="Montserrat"/>
              <a:sym typeface="Montserrat"/>
            </a:endParaRPr>
          </a:p>
        </p:txBody>
      </p:sp>
      <p:sp>
        <p:nvSpPr>
          <p:cNvPr id="413" name="Google Shape;413;p41"/>
          <p:cNvSpPr txBox="1"/>
          <p:nvPr/>
        </p:nvSpPr>
        <p:spPr>
          <a:xfrm>
            <a:off x="9946057" y="7119750"/>
            <a:ext cx="7296000" cy="338700"/>
          </a:xfrm>
          <a:prstGeom prst="rect">
            <a:avLst/>
          </a:prstGeom>
          <a:noFill/>
          <a:ln>
            <a:noFill/>
          </a:ln>
        </p:spPr>
        <p:txBody>
          <a:bodyPr spcFirstLastPara="1" wrap="square" lIns="0" tIns="0" rIns="0" bIns="0" anchor="t" anchorCtr="0">
            <a:spAutoFit/>
          </a:bodyPr>
          <a:lstStyle/>
          <a:p>
            <a:pPr marL="0" lvl="0" indent="0" algn="l" rtl="0">
              <a:lnSpc>
                <a:spcPct val="200000"/>
              </a:lnSpc>
              <a:spcBef>
                <a:spcPts val="0"/>
              </a:spcBef>
              <a:spcAft>
                <a:spcPts val="0"/>
              </a:spcAft>
              <a:buClr>
                <a:schemeClr val="dk1"/>
              </a:buClr>
              <a:buSzPts val="1100"/>
              <a:buFont typeface="Arial"/>
              <a:buNone/>
            </a:pPr>
            <a:r>
              <a:rPr lang="en" sz="2200" b="1">
                <a:solidFill>
                  <a:schemeClr val="dk2"/>
                </a:solidFill>
                <a:latin typeface="Montserrat"/>
                <a:ea typeface="Montserrat"/>
                <a:cs typeface="Montserrat"/>
                <a:sym typeface="Montserrat"/>
              </a:rPr>
              <a:t>Media Crisis Management</a:t>
            </a:r>
            <a:endParaRPr sz="2200" b="1">
              <a:solidFill>
                <a:srgbClr val="FF0000"/>
              </a:solidFill>
              <a:latin typeface="Montserrat"/>
              <a:ea typeface="Montserrat"/>
              <a:cs typeface="Montserrat"/>
              <a:sym typeface="Montserrat"/>
            </a:endParaRPr>
          </a:p>
        </p:txBody>
      </p:sp>
      <p:sp>
        <p:nvSpPr>
          <p:cNvPr id="414" name="Google Shape;414;p41"/>
          <p:cNvSpPr txBox="1"/>
          <p:nvPr/>
        </p:nvSpPr>
        <p:spPr>
          <a:xfrm>
            <a:off x="9946057" y="8429425"/>
            <a:ext cx="7296000" cy="338700"/>
          </a:xfrm>
          <a:prstGeom prst="rect">
            <a:avLst/>
          </a:prstGeom>
          <a:noFill/>
          <a:ln>
            <a:noFill/>
          </a:ln>
        </p:spPr>
        <p:txBody>
          <a:bodyPr spcFirstLastPara="1" wrap="square" lIns="0" tIns="0" rIns="0" bIns="0" anchor="t" anchorCtr="0">
            <a:spAutoFit/>
          </a:bodyPr>
          <a:lstStyle/>
          <a:p>
            <a:pPr marL="0" lvl="0" indent="0" algn="l" rtl="0">
              <a:lnSpc>
                <a:spcPct val="200000"/>
              </a:lnSpc>
              <a:spcBef>
                <a:spcPts val="0"/>
              </a:spcBef>
              <a:spcAft>
                <a:spcPts val="0"/>
              </a:spcAft>
              <a:buClr>
                <a:schemeClr val="dk1"/>
              </a:buClr>
              <a:buSzPts val="1100"/>
              <a:buFont typeface="Arial"/>
              <a:buNone/>
            </a:pPr>
            <a:r>
              <a:rPr lang="en" sz="2200" b="1">
                <a:solidFill>
                  <a:schemeClr val="dk2"/>
                </a:solidFill>
                <a:latin typeface="Montserrat"/>
                <a:ea typeface="Montserrat"/>
                <a:cs typeface="Montserrat"/>
                <a:sym typeface="Montserrat"/>
              </a:rPr>
              <a:t>Digital Reputation Management</a:t>
            </a:r>
            <a:endParaRPr sz="2200" b="1" i="0" u="none" strike="noStrike" cap="none">
              <a:solidFill>
                <a:srgbClr val="E85C4B"/>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Shape 442"/>
        <p:cNvGrpSpPr/>
        <p:nvPr/>
      </p:nvGrpSpPr>
      <p:grpSpPr>
        <a:xfrm>
          <a:off x="0" y="0"/>
          <a:ext cx="0" cy="0"/>
          <a:chOff x="0" y="0"/>
          <a:chExt cx="0" cy="0"/>
        </a:xfrm>
      </p:grpSpPr>
      <p:pic>
        <p:nvPicPr>
          <p:cNvPr id="443" name="Google Shape;443;p49" title="JWC-Map.png"/>
          <p:cNvPicPr preferRelativeResize="0"/>
          <p:nvPr/>
        </p:nvPicPr>
        <p:blipFill rotWithShape="1">
          <a:blip r:embed="rId3">
            <a:alphaModFix/>
          </a:blip>
          <a:srcRect/>
          <a:stretch/>
        </p:blipFill>
        <p:spPr>
          <a:xfrm>
            <a:off x="1828754" y="1127052"/>
            <a:ext cx="14630502" cy="8229658"/>
          </a:xfrm>
          <a:prstGeom prst="rect">
            <a:avLst/>
          </a:prstGeom>
          <a:noFill/>
          <a:ln>
            <a:noFill/>
          </a:ln>
        </p:spPr>
      </p:pic>
      <p:sp>
        <p:nvSpPr>
          <p:cNvPr id="444" name="Google Shape;444;p49"/>
          <p:cNvSpPr/>
          <p:nvPr/>
        </p:nvSpPr>
        <p:spPr>
          <a:xfrm>
            <a:off x="10278207" y="5147841"/>
            <a:ext cx="99000" cy="99000"/>
          </a:xfrm>
          <a:prstGeom prst="ellipse">
            <a:avLst/>
          </a:prstGeom>
          <a:solidFill>
            <a:srgbClr val="E85C4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85C4B"/>
              </a:solidFill>
              <a:latin typeface="Arial"/>
              <a:ea typeface="Arial"/>
              <a:cs typeface="Arial"/>
              <a:sym typeface="Arial"/>
            </a:endParaRPr>
          </a:p>
        </p:txBody>
      </p:sp>
      <p:sp>
        <p:nvSpPr>
          <p:cNvPr id="445" name="Google Shape;445;p49"/>
          <p:cNvSpPr/>
          <p:nvPr/>
        </p:nvSpPr>
        <p:spPr>
          <a:xfrm>
            <a:off x="8551727" y="3786109"/>
            <a:ext cx="99000" cy="99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85C4B"/>
              </a:solidFill>
              <a:latin typeface="Arial"/>
              <a:ea typeface="Arial"/>
              <a:cs typeface="Arial"/>
              <a:sym typeface="Arial"/>
            </a:endParaRPr>
          </a:p>
        </p:txBody>
      </p:sp>
      <p:sp>
        <p:nvSpPr>
          <p:cNvPr id="446" name="Google Shape;446;p49"/>
          <p:cNvSpPr/>
          <p:nvPr/>
        </p:nvSpPr>
        <p:spPr>
          <a:xfrm>
            <a:off x="9135541" y="4348713"/>
            <a:ext cx="99000" cy="99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85C4B"/>
              </a:solidFill>
              <a:latin typeface="Arial"/>
              <a:ea typeface="Arial"/>
              <a:cs typeface="Arial"/>
              <a:sym typeface="Arial"/>
            </a:endParaRPr>
          </a:p>
        </p:txBody>
      </p:sp>
      <p:sp>
        <p:nvSpPr>
          <p:cNvPr id="447" name="Google Shape;447;p49"/>
          <p:cNvSpPr/>
          <p:nvPr/>
        </p:nvSpPr>
        <p:spPr>
          <a:xfrm>
            <a:off x="11519578" y="5079165"/>
            <a:ext cx="99000" cy="99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85C4B"/>
              </a:solidFill>
              <a:latin typeface="Arial"/>
              <a:ea typeface="Arial"/>
              <a:cs typeface="Arial"/>
              <a:sym typeface="Arial"/>
            </a:endParaRPr>
          </a:p>
        </p:txBody>
      </p:sp>
      <p:sp>
        <p:nvSpPr>
          <p:cNvPr id="448" name="Google Shape;448;p49"/>
          <p:cNvSpPr/>
          <p:nvPr/>
        </p:nvSpPr>
        <p:spPr>
          <a:xfrm>
            <a:off x="10529361" y="5018269"/>
            <a:ext cx="99000" cy="99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85C4B"/>
              </a:solidFill>
              <a:latin typeface="Arial"/>
              <a:ea typeface="Arial"/>
              <a:cs typeface="Arial"/>
              <a:sym typeface="Arial"/>
            </a:endParaRPr>
          </a:p>
        </p:txBody>
      </p:sp>
      <p:sp>
        <p:nvSpPr>
          <p:cNvPr id="449" name="Google Shape;449;p49"/>
          <p:cNvSpPr/>
          <p:nvPr/>
        </p:nvSpPr>
        <p:spPr>
          <a:xfrm>
            <a:off x="9743686" y="5125012"/>
            <a:ext cx="99000" cy="99000"/>
          </a:xfrm>
          <a:prstGeom prst="ellipse">
            <a:avLst/>
          </a:prstGeom>
          <a:solidFill>
            <a:srgbClr val="59595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85C4B"/>
              </a:solidFill>
              <a:latin typeface="Arial"/>
              <a:ea typeface="Arial"/>
              <a:cs typeface="Arial"/>
              <a:sym typeface="Arial"/>
            </a:endParaRPr>
          </a:p>
        </p:txBody>
      </p:sp>
      <p:cxnSp>
        <p:nvCxnSpPr>
          <p:cNvPr id="450" name="Google Shape;450;p49"/>
          <p:cNvCxnSpPr>
            <a:stCxn id="449" idx="6"/>
            <a:endCxn id="444" idx="2"/>
          </p:cNvCxnSpPr>
          <p:nvPr/>
        </p:nvCxnSpPr>
        <p:spPr>
          <a:xfrm>
            <a:off x="9842686" y="5174512"/>
            <a:ext cx="435600" cy="22800"/>
          </a:xfrm>
          <a:prstGeom prst="straightConnector1">
            <a:avLst/>
          </a:prstGeom>
          <a:noFill/>
          <a:ln w="9525" cap="flat" cmpd="sng">
            <a:solidFill>
              <a:schemeClr val="lt1"/>
            </a:solidFill>
            <a:prstDash val="dot"/>
            <a:round/>
            <a:headEnd type="none" w="sm" len="sm"/>
            <a:tailEnd type="none" w="sm" len="sm"/>
          </a:ln>
        </p:spPr>
      </p:cxnSp>
      <p:cxnSp>
        <p:nvCxnSpPr>
          <p:cNvPr id="451" name="Google Shape;451;p49"/>
          <p:cNvCxnSpPr>
            <a:stCxn id="445" idx="5"/>
            <a:endCxn id="446" idx="1"/>
          </p:cNvCxnSpPr>
          <p:nvPr/>
        </p:nvCxnSpPr>
        <p:spPr>
          <a:xfrm>
            <a:off x="8636229" y="3870611"/>
            <a:ext cx="513900" cy="492600"/>
          </a:xfrm>
          <a:prstGeom prst="straightConnector1">
            <a:avLst/>
          </a:prstGeom>
          <a:noFill/>
          <a:ln w="9525" cap="flat" cmpd="sng">
            <a:solidFill>
              <a:schemeClr val="lt1"/>
            </a:solidFill>
            <a:prstDash val="dot"/>
            <a:round/>
            <a:headEnd type="none" w="sm" len="sm"/>
            <a:tailEnd type="none" w="sm" len="sm"/>
          </a:ln>
        </p:spPr>
      </p:cxnSp>
      <p:cxnSp>
        <p:nvCxnSpPr>
          <p:cNvPr id="452" name="Google Shape;452;p49"/>
          <p:cNvCxnSpPr>
            <a:stCxn id="446" idx="5"/>
            <a:endCxn id="444" idx="1"/>
          </p:cNvCxnSpPr>
          <p:nvPr/>
        </p:nvCxnSpPr>
        <p:spPr>
          <a:xfrm>
            <a:off x="9220043" y="4433215"/>
            <a:ext cx="1072800" cy="729000"/>
          </a:xfrm>
          <a:prstGeom prst="straightConnector1">
            <a:avLst/>
          </a:prstGeom>
          <a:noFill/>
          <a:ln w="9525" cap="flat" cmpd="sng">
            <a:solidFill>
              <a:schemeClr val="lt1"/>
            </a:solidFill>
            <a:prstDash val="dot"/>
            <a:round/>
            <a:headEnd type="none" w="sm" len="sm"/>
            <a:tailEnd type="none" w="sm" len="sm"/>
          </a:ln>
        </p:spPr>
      </p:cxnSp>
      <p:cxnSp>
        <p:nvCxnSpPr>
          <p:cNvPr id="453" name="Google Shape;453;p49"/>
          <p:cNvCxnSpPr>
            <a:stCxn id="444" idx="6"/>
            <a:endCxn id="447" idx="2"/>
          </p:cNvCxnSpPr>
          <p:nvPr/>
        </p:nvCxnSpPr>
        <p:spPr>
          <a:xfrm rot="10800000" flipH="1">
            <a:off x="10377207" y="5128641"/>
            <a:ext cx="1142400" cy="68700"/>
          </a:xfrm>
          <a:prstGeom prst="straightConnector1">
            <a:avLst/>
          </a:prstGeom>
          <a:noFill/>
          <a:ln w="9525" cap="flat" cmpd="sng">
            <a:solidFill>
              <a:schemeClr val="lt1"/>
            </a:solidFill>
            <a:prstDash val="dot"/>
            <a:round/>
            <a:headEnd type="none" w="sm" len="sm"/>
            <a:tailEnd type="none" w="sm" len="sm"/>
          </a:ln>
        </p:spPr>
      </p:cxnSp>
      <p:cxnSp>
        <p:nvCxnSpPr>
          <p:cNvPr id="454" name="Google Shape;454;p49"/>
          <p:cNvCxnSpPr>
            <a:stCxn id="448" idx="3"/>
            <a:endCxn id="444" idx="7"/>
          </p:cNvCxnSpPr>
          <p:nvPr/>
        </p:nvCxnSpPr>
        <p:spPr>
          <a:xfrm flipH="1">
            <a:off x="10362659" y="5102771"/>
            <a:ext cx="181200" cy="59700"/>
          </a:xfrm>
          <a:prstGeom prst="straightConnector1">
            <a:avLst/>
          </a:prstGeom>
          <a:noFill/>
          <a:ln w="9525" cap="flat" cmpd="sng">
            <a:solidFill>
              <a:schemeClr val="lt1"/>
            </a:solidFill>
            <a:prstDash val="dot"/>
            <a:round/>
            <a:headEnd type="none" w="sm" len="sm"/>
            <a:tailEnd type="none" w="sm" len="sm"/>
          </a:ln>
        </p:spPr>
      </p:cxnSp>
      <p:sp>
        <p:nvSpPr>
          <p:cNvPr id="455" name="Google Shape;455;p49"/>
          <p:cNvSpPr/>
          <p:nvPr/>
        </p:nvSpPr>
        <p:spPr>
          <a:xfrm>
            <a:off x="9919761" y="4525925"/>
            <a:ext cx="99000" cy="990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85C4B"/>
              </a:solidFill>
              <a:latin typeface="Arial"/>
              <a:ea typeface="Arial"/>
              <a:cs typeface="Arial"/>
              <a:sym typeface="Arial"/>
            </a:endParaRPr>
          </a:p>
        </p:txBody>
      </p:sp>
      <p:cxnSp>
        <p:nvCxnSpPr>
          <p:cNvPr id="456" name="Google Shape;456;p49"/>
          <p:cNvCxnSpPr>
            <a:stCxn id="444" idx="0"/>
            <a:endCxn id="455" idx="5"/>
          </p:cNvCxnSpPr>
          <p:nvPr/>
        </p:nvCxnSpPr>
        <p:spPr>
          <a:xfrm rot="10800000">
            <a:off x="10004307" y="4610541"/>
            <a:ext cx="323400" cy="537300"/>
          </a:xfrm>
          <a:prstGeom prst="straightConnector1">
            <a:avLst/>
          </a:prstGeom>
          <a:noFill/>
          <a:ln w="9525" cap="flat" cmpd="sng">
            <a:solidFill>
              <a:schemeClr val="lt1"/>
            </a:solidFill>
            <a:prstDash val="dot"/>
            <a:round/>
            <a:headEnd type="none" w="sm" len="sm"/>
            <a:tailEnd type="none" w="sm" len="sm"/>
          </a:ln>
        </p:spPr>
      </p:cxnSp>
      <p:sp>
        <p:nvSpPr>
          <p:cNvPr id="457" name="Google Shape;457;p49"/>
          <p:cNvSpPr txBox="1"/>
          <p:nvPr/>
        </p:nvSpPr>
        <p:spPr>
          <a:xfrm>
            <a:off x="969975" y="8857500"/>
            <a:ext cx="16360200" cy="43020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Clr>
                <a:srgbClr val="000000"/>
              </a:buClr>
              <a:buSzPts val="3200"/>
              <a:buFont typeface="Arial"/>
              <a:buNone/>
            </a:pPr>
            <a:r>
              <a:rPr lang="en" sz="1300" i="0" u="none" strike="noStrike" cap="none">
                <a:solidFill>
                  <a:schemeClr val="dk2"/>
                </a:solidFill>
                <a:latin typeface="Montserrat"/>
                <a:ea typeface="Montserrat"/>
                <a:cs typeface="Montserrat"/>
                <a:sym typeface="Montserrat"/>
              </a:rPr>
              <a:t>Our presence spans multiple regions and countries around the world, providing communication consulting services and executing public relations and communication campaigns, </a:t>
            </a:r>
            <a:endParaRPr sz="1300" i="0" u="none" strike="noStrike" cap="none">
              <a:solidFill>
                <a:schemeClr val="dk2"/>
              </a:solidFill>
              <a:latin typeface="Montserrat"/>
              <a:ea typeface="Montserrat"/>
              <a:cs typeface="Montserrat"/>
              <a:sym typeface="Montserrat"/>
            </a:endParaRPr>
          </a:p>
          <a:p>
            <a:pPr marL="0" marR="0" lvl="0" indent="0" algn="ctr" rtl="0">
              <a:lnSpc>
                <a:spcPct val="115000"/>
              </a:lnSpc>
              <a:spcBef>
                <a:spcPts val="0"/>
              </a:spcBef>
              <a:spcAft>
                <a:spcPts val="0"/>
              </a:spcAft>
              <a:buClr>
                <a:srgbClr val="000000"/>
              </a:buClr>
              <a:buSzPts val="3200"/>
              <a:buFont typeface="Arial"/>
              <a:buNone/>
            </a:pPr>
            <a:r>
              <a:rPr lang="en" sz="1300" i="0" u="none" strike="noStrike" cap="none">
                <a:solidFill>
                  <a:schemeClr val="dk2"/>
                </a:solidFill>
                <a:latin typeface="Montserrat"/>
                <a:ea typeface="Montserrat"/>
                <a:cs typeface="Montserrat"/>
                <a:sym typeface="Montserrat"/>
              </a:rPr>
              <a:t>which has helped us appear on various media and digital platforms</a:t>
            </a:r>
            <a:endParaRPr sz="1300" i="0" u="none" strike="noStrike" cap="none">
              <a:solidFill>
                <a:schemeClr val="dk2"/>
              </a:solidFill>
              <a:latin typeface="Montserrat"/>
              <a:ea typeface="Montserrat"/>
              <a:cs typeface="Montserrat"/>
              <a:sym typeface="Montserrat"/>
            </a:endParaRPr>
          </a:p>
        </p:txBody>
      </p:sp>
      <p:sp>
        <p:nvSpPr>
          <p:cNvPr id="458" name="Google Shape;458;p49"/>
          <p:cNvSpPr txBox="1"/>
          <p:nvPr/>
        </p:nvSpPr>
        <p:spPr>
          <a:xfrm>
            <a:off x="5278500" y="914400"/>
            <a:ext cx="7731000" cy="5541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2400"/>
              <a:buFont typeface="Arial"/>
              <a:buNone/>
            </a:pPr>
            <a:r>
              <a:rPr lang="en" sz="3600" b="1" i="0" u="none" strike="noStrike" cap="none">
                <a:solidFill>
                  <a:schemeClr val="dk2"/>
                </a:solidFill>
                <a:latin typeface="Montserrat"/>
                <a:ea typeface="Montserrat"/>
                <a:cs typeface="Montserrat"/>
                <a:sym typeface="Montserrat"/>
              </a:rPr>
              <a:t>International Presence</a:t>
            </a:r>
            <a:endParaRPr sz="3600" b="0" i="0" u="none" strike="noStrike" cap="none">
              <a:solidFill>
                <a:schemeClr val="dk2"/>
              </a:solidFill>
              <a:latin typeface="Montserrat"/>
              <a:ea typeface="Montserrat"/>
              <a:cs typeface="Montserrat"/>
              <a:sym typeface="Montserrat"/>
            </a:endParaRPr>
          </a:p>
        </p:txBody>
      </p:sp>
      <p:sp>
        <p:nvSpPr>
          <p:cNvPr id="459" name="Google Shape;459;p49"/>
          <p:cNvSpPr txBox="1"/>
          <p:nvPr/>
        </p:nvSpPr>
        <p:spPr>
          <a:xfrm>
            <a:off x="3514675" y="8572500"/>
            <a:ext cx="11258700" cy="215400"/>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Clr>
                <a:srgbClr val="000000"/>
              </a:buClr>
              <a:buSzPts val="3200"/>
              <a:buFont typeface="Arial"/>
              <a:buNone/>
            </a:pPr>
            <a:r>
              <a:rPr lang="en" sz="1400" b="1" i="0" u="none" strike="noStrike" cap="none">
                <a:solidFill>
                  <a:schemeClr val="dk2"/>
                </a:solidFill>
                <a:latin typeface="Montserrat"/>
                <a:ea typeface="Montserrat"/>
                <a:cs typeface="Montserrat"/>
                <a:sym typeface="Montserrat"/>
              </a:rPr>
              <a:t>Kingdom of Saudi Arabia | India | Egypt | Bahrain | United Kingdom | Italy | United Arab Emirates | </a:t>
            </a:r>
            <a:r>
              <a:rPr lang="en" b="1">
                <a:solidFill>
                  <a:schemeClr val="dk2"/>
                </a:solidFill>
                <a:latin typeface="Montserrat"/>
                <a:ea typeface="Montserrat"/>
                <a:cs typeface="Montserrat"/>
                <a:sym typeface="Montserrat"/>
              </a:rPr>
              <a:t>Turkey</a:t>
            </a:r>
            <a:endParaRPr sz="1400" b="1" i="0" u="none" strike="noStrike" cap="none">
              <a:solidFill>
                <a:schemeClr val="dk2"/>
              </a:solidFill>
              <a:latin typeface="Montserrat"/>
              <a:ea typeface="Montserrat"/>
              <a:cs typeface="Montserrat"/>
              <a:sym typeface="Montserrat"/>
            </a:endParaRPr>
          </a:p>
        </p:txBody>
      </p:sp>
      <p:sp>
        <p:nvSpPr>
          <p:cNvPr id="460" name="Google Shape;460;p49"/>
          <p:cNvSpPr txBox="1"/>
          <p:nvPr/>
        </p:nvSpPr>
        <p:spPr>
          <a:xfrm>
            <a:off x="15771300" y="9601200"/>
            <a:ext cx="1523100" cy="3009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CCCCCC"/>
                </a:solidFill>
                <a:latin typeface="Montserrat"/>
                <a:ea typeface="Montserrat"/>
                <a:cs typeface="Montserrat"/>
                <a:sym typeface="Montserrat"/>
              </a:rPr>
              <a:t>10</a:t>
            </a:fld>
            <a:endParaRPr sz="1400" b="0" i="0" u="none" strike="noStrike" cap="none">
              <a:solidFill>
                <a:srgbClr val="CCCCCC"/>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7"/>
        <p:cNvGrpSpPr/>
        <p:nvPr/>
      </p:nvGrpSpPr>
      <p:grpSpPr>
        <a:xfrm>
          <a:off x="0" y="0"/>
          <a:ext cx="0" cy="0"/>
          <a:chOff x="0" y="0"/>
          <a:chExt cx="0" cy="0"/>
        </a:xfrm>
      </p:grpSpPr>
      <p:sp>
        <p:nvSpPr>
          <p:cNvPr id="568" name="Google Shape;568;p50"/>
          <p:cNvSpPr/>
          <p:nvPr/>
        </p:nvSpPr>
        <p:spPr>
          <a:xfrm>
            <a:off x="914400" y="1393050"/>
            <a:ext cx="16459200" cy="7677300"/>
          </a:xfrm>
          <a:prstGeom prst="rect">
            <a:avLst/>
          </a:prstGeom>
          <a:noFill/>
          <a:ln w="19050" cap="flat" cmpd="sng">
            <a:solidFill>
              <a:srgbClr val="FA9632"/>
            </a:solidFill>
            <a:prstDash val="dot"/>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69" name="Google Shape;569;p50"/>
          <p:cNvPicPr preferRelativeResize="0"/>
          <p:nvPr/>
        </p:nvPicPr>
        <p:blipFill rotWithShape="1">
          <a:blip r:embed="rId3">
            <a:alphaModFix/>
          </a:blip>
          <a:srcRect t="14087" b="16138"/>
          <a:stretch/>
        </p:blipFill>
        <p:spPr>
          <a:xfrm>
            <a:off x="4614375" y="3410899"/>
            <a:ext cx="2498051" cy="813550"/>
          </a:xfrm>
          <a:prstGeom prst="rect">
            <a:avLst/>
          </a:prstGeom>
          <a:noFill/>
          <a:ln>
            <a:noFill/>
          </a:ln>
        </p:spPr>
      </p:pic>
      <p:pic>
        <p:nvPicPr>
          <p:cNvPr id="570" name="Google Shape;570;p50"/>
          <p:cNvPicPr preferRelativeResize="0"/>
          <p:nvPr/>
        </p:nvPicPr>
        <p:blipFill rotWithShape="1">
          <a:blip r:embed="rId4">
            <a:alphaModFix/>
          </a:blip>
          <a:srcRect/>
          <a:stretch/>
        </p:blipFill>
        <p:spPr>
          <a:xfrm>
            <a:off x="11109375" y="4807501"/>
            <a:ext cx="2363976" cy="920200"/>
          </a:xfrm>
          <a:prstGeom prst="rect">
            <a:avLst/>
          </a:prstGeom>
          <a:noFill/>
          <a:ln>
            <a:noFill/>
          </a:ln>
        </p:spPr>
      </p:pic>
      <p:pic>
        <p:nvPicPr>
          <p:cNvPr id="571" name="Google Shape;571;p50"/>
          <p:cNvPicPr preferRelativeResize="0"/>
          <p:nvPr/>
        </p:nvPicPr>
        <p:blipFill rotWithShape="1">
          <a:blip r:embed="rId5">
            <a:alphaModFix/>
          </a:blip>
          <a:srcRect/>
          <a:stretch/>
        </p:blipFill>
        <p:spPr>
          <a:xfrm>
            <a:off x="15181323" y="3510051"/>
            <a:ext cx="1277874" cy="807551"/>
          </a:xfrm>
          <a:prstGeom prst="rect">
            <a:avLst/>
          </a:prstGeom>
          <a:noFill/>
          <a:ln>
            <a:noFill/>
          </a:ln>
        </p:spPr>
      </p:pic>
      <p:pic>
        <p:nvPicPr>
          <p:cNvPr id="572" name="Google Shape;572;p50"/>
          <p:cNvPicPr preferRelativeResize="0"/>
          <p:nvPr/>
        </p:nvPicPr>
        <p:blipFill rotWithShape="1">
          <a:blip r:embed="rId6">
            <a:alphaModFix/>
          </a:blip>
          <a:srcRect l="12984" t="24670" r="14436" b="21754"/>
          <a:stretch/>
        </p:blipFill>
        <p:spPr>
          <a:xfrm>
            <a:off x="7796472" y="7673731"/>
            <a:ext cx="2126374" cy="784700"/>
          </a:xfrm>
          <a:prstGeom prst="rect">
            <a:avLst/>
          </a:prstGeom>
          <a:noFill/>
          <a:ln>
            <a:noFill/>
          </a:ln>
        </p:spPr>
      </p:pic>
      <p:pic>
        <p:nvPicPr>
          <p:cNvPr id="573" name="Google Shape;573;p50"/>
          <p:cNvPicPr preferRelativeResize="0"/>
          <p:nvPr/>
        </p:nvPicPr>
        <p:blipFill rotWithShape="1">
          <a:blip r:embed="rId7">
            <a:alphaModFix/>
          </a:blip>
          <a:srcRect/>
          <a:stretch/>
        </p:blipFill>
        <p:spPr>
          <a:xfrm>
            <a:off x="1828800" y="4602100"/>
            <a:ext cx="1249698" cy="1275247"/>
          </a:xfrm>
          <a:prstGeom prst="rect">
            <a:avLst/>
          </a:prstGeom>
          <a:noFill/>
          <a:ln>
            <a:noFill/>
          </a:ln>
        </p:spPr>
      </p:pic>
      <p:pic>
        <p:nvPicPr>
          <p:cNvPr id="574" name="Google Shape;574;p50"/>
          <p:cNvPicPr preferRelativeResize="0"/>
          <p:nvPr/>
        </p:nvPicPr>
        <p:blipFill rotWithShape="1">
          <a:blip r:embed="rId8">
            <a:alphaModFix/>
          </a:blip>
          <a:srcRect/>
          <a:stretch/>
        </p:blipFill>
        <p:spPr>
          <a:xfrm>
            <a:off x="8945459" y="4820312"/>
            <a:ext cx="1745418" cy="890131"/>
          </a:xfrm>
          <a:prstGeom prst="rect">
            <a:avLst/>
          </a:prstGeom>
          <a:noFill/>
          <a:ln>
            <a:noFill/>
          </a:ln>
        </p:spPr>
      </p:pic>
      <p:pic>
        <p:nvPicPr>
          <p:cNvPr id="575" name="Google Shape;575;p50"/>
          <p:cNvPicPr preferRelativeResize="0"/>
          <p:nvPr/>
        </p:nvPicPr>
        <p:blipFill rotWithShape="1">
          <a:blip r:embed="rId9">
            <a:alphaModFix/>
          </a:blip>
          <a:srcRect/>
          <a:stretch/>
        </p:blipFill>
        <p:spPr>
          <a:xfrm>
            <a:off x="7220749" y="4742330"/>
            <a:ext cx="1138062" cy="1031830"/>
          </a:xfrm>
          <a:prstGeom prst="rect">
            <a:avLst/>
          </a:prstGeom>
          <a:noFill/>
          <a:ln>
            <a:noFill/>
          </a:ln>
        </p:spPr>
      </p:pic>
      <p:pic>
        <p:nvPicPr>
          <p:cNvPr id="576" name="Google Shape;576;p50"/>
          <p:cNvPicPr preferRelativeResize="0"/>
          <p:nvPr/>
        </p:nvPicPr>
        <p:blipFill rotWithShape="1">
          <a:blip r:embed="rId10">
            <a:alphaModFix/>
          </a:blip>
          <a:srcRect/>
          <a:stretch/>
        </p:blipFill>
        <p:spPr>
          <a:xfrm>
            <a:off x="13876857" y="4867360"/>
            <a:ext cx="2582344" cy="794872"/>
          </a:xfrm>
          <a:prstGeom prst="rect">
            <a:avLst/>
          </a:prstGeom>
          <a:noFill/>
          <a:ln>
            <a:noFill/>
          </a:ln>
        </p:spPr>
      </p:pic>
      <p:pic>
        <p:nvPicPr>
          <p:cNvPr id="577" name="Google Shape;577;p50"/>
          <p:cNvPicPr preferRelativeResize="0"/>
          <p:nvPr/>
        </p:nvPicPr>
        <p:blipFill rotWithShape="1">
          <a:blip r:embed="rId11">
            <a:alphaModFix/>
          </a:blip>
          <a:srcRect t="29803" b="27988"/>
          <a:stretch/>
        </p:blipFill>
        <p:spPr>
          <a:xfrm>
            <a:off x="3233335" y="4747924"/>
            <a:ext cx="3654882" cy="938351"/>
          </a:xfrm>
          <a:prstGeom prst="rect">
            <a:avLst/>
          </a:prstGeom>
          <a:noFill/>
          <a:ln>
            <a:noFill/>
          </a:ln>
        </p:spPr>
      </p:pic>
      <p:pic>
        <p:nvPicPr>
          <p:cNvPr id="578" name="Google Shape;578;p50"/>
          <p:cNvPicPr preferRelativeResize="0"/>
          <p:nvPr/>
        </p:nvPicPr>
        <p:blipFill rotWithShape="1">
          <a:blip r:embed="rId12">
            <a:alphaModFix/>
          </a:blip>
          <a:srcRect l="27737" t="35161" r="28121" b="35427"/>
          <a:stretch/>
        </p:blipFill>
        <p:spPr>
          <a:xfrm>
            <a:off x="14707123" y="6332336"/>
            <a:ext cx="1752077" cy="656647"/>
          </a:xfrm>
          <a:prstGeom prst="rect">
            <a:avLst/>
          </a:prstGeom>
          <a:noFill/>
          <a:ln>
            <a:noFill/>
          </a:ln>
        </p:spPr>
      </p:pic>
      <p:pic>
        <p:nvPicPr>
          <p:cNvPr id="579" name="Google Shape;579;p50"/>
          <p:cNvPicPr preferRelativeResize="0"/>
          <p:nvPr/>
        </p:nvPicPr>
        <p:blipFill rotWithShape="1">
          <a:blip r:embed="rId13">
            <a:alphaModFix/>
          </a:blip>
          <a:srcRect/>
          <a:stretch/>
        </p:blipFill>
        <p:spPr>
          <a:xfrm>
            <a:off x="12071978" y="7743085"/>
            <a:ext cx="1908125" cy="645998"/>
          </a:xfrm>
          <a:prstGeom prst="rect">
            <a:avLst/>
          </a:prstGeom>
          <a:noFill/>
          <a:ln>
            <a:noFill/>
          </a:ln>
        </p:spPr>
      </p:pic>
      <p:pic>
        <p:nvPicPr>
          <p:cNvPr id="580" name="Google Shape;580;p50"/>
          <p:cNvPicPr preferRelativeResize="0"/>
          <p:nvPr/>
        </p:nvPicPr>
        <p:blipFill rotWithShape="1">
          <a:blip r:embed="rId14">
            <a:alphaModFix/>
          </a:blip>
          <a:srcRect t="19240" b="26997"/>
          <a:stretch/>
        </p:blipFill>
        <p:spPr>
          <a:xfrm>
            <a:off x="5831177" y="7673727"/>
            <a:ext cx="1652050" cy="888190"/>
          </a:xfrm>
          <a:prstGeom prst="rect">
            <a:avLst/>
          </a:prstGeom>
          <a:noFill/>
          <a:ln>
            <a:noFill/>
          </a:ln>
        </p:spPr>
      </p:pic>
      <p:pic>
        <p:nvPicPr>
          <p:cNvPr id="581" name="Google Shape;581;p50"/>
          <p:cNvPicPr preferRelativeResize="0"/>
          <p:nvPr/>
        </p:nvPicPr>
        <p:blipFill rotWithShape="1">
          <a:blip r:embed="rId15">
            <a:alphaModFix/>
          </a:blip>
          <a:srcRect/>
          <a:stretch/>
        </p:blipFill>
        <p:spPr>
          <a:xfrm>
            <a:off x="11625152" y="3492125"/>
            <a:ext cx="3084473" cy="786250"/>
          </a:xfrm>
          <a:prstGeom prst="rect">
            <a:avLst/>
          </a:prstGeom>
          <a:noFill/>
          <a:ln>
            <a:noFill/>
          </a:ln>
        </p:spPr>
      </p:pic>
      <p:pic>
        <p:nvPicPr>
          <p:cNvPr id="582" name="Google Shape;582;p50"/>
          <p:cNvPicPr preferRelativeResize="0"/>
          <p:nvPr/>
        </p:nvPicPr>
        <p:blipFill rotWithShape="1">
          <a:blip r:embed="rId16">
            <a:alphaModFix/>
          </a:blip>
          <a:srcRect/>
          <a:stretch/>
        </p:blipFill>
        <p:spPr>
          <a:xfrm>
            <a:off x="9433775" y="3441350"/>
            <a:ext cx="1735290" cy="837025"/>
          </a:xfrm>
          <a:prstGeom prst="rect">
            <a:avLst/>
          </a:prstGeom>
          <a:noFill/>
          <a:ln>
            <a:noFill/>
          </a:ln>
        </p:spPr>
      </p:pic>
      <p:pic>
        <p:nvPicPr>
          <p:cNvPr id="583" name="Google Shape;583;p50"/>
          <p:cNvPicPr preferRelativeResize="0"/>
          <p:nvPr/>
        </p:nvPicPr>
        <p:blipFill rotWithShape="1">
          <a:blip r:embed="rId17">
            <a:alphaModFix/>
          </a:blip>
          <a:srcRect/>
          <a:stretch/>
        </p:blipFill>
        <p:spPr>
          <a:xfrm>
            <a:off x="1828800" y="2310510"/>
            <a:ext cx="2320147" cy="666053"/>
          </a:xfrm>
          <a:prstGeom prst="rect">
            <a:avLst/>
          </a:prstGeom>
          <a:noFill/>
          <a:ln>
            <a:noFill/>
          </a:ln>
        </p:spPr>
      </p:pic>
      <p:pic>
        <p:nvPicPr>
          <p:cNvPr id="584" name="Google Shape;584;p50"/>
          <p:cNvPicPr preferRelativeResize="0"/>
          <p:nvPr/>
        </p:nvPicPr>
        <p:blipFill rotWithShape="1">
          <a:blip r:embed="rId18">
            <a:alphaModFix/>
          </a:blip>
          <a:srcRect/>
          <a:stretch/>
        </p:blipFill>
        <p:spPr>
          <a:xfrm>
            <a:off x="4710527" y="2097522"/>
            <a:ext cx="2498063" cy="915692"/>
          </a:xfrm>
          <a:prstGeom prst="rect">
            <a:avLst/>
          </a:prstGeom>
          <a:noFill/>
          <a:ln>
            <a:noFill/>
          </a:ln>
        </p:spPr>
      </p:pic>
      <p:pic>
        <p:nvPicPr>
          <p:cNvPr id="585" name="Google Shape;585;p50"/>
          <p:cNvPicPr preferRelativeResize="0"/>
          <p:nvPr/>
        </p:nvPicPr>
        <p:blipFill rotWithShape="1">
          <a:blip r:embed="rId19">
            <a:alphaModFix/>
          </a:blip>
          <a:srcRect/>
          <a:stretch/>
        </p:blipFill>
        <p:spPr>
          <a:xfrm>
            <a:off x="10169094" y="6255407"/>
            <a:ext cx="1523058" cy="804702"/>
          </a:xfrm>
          <a:prstGeom prst="rect">
            <a:avLst/>
          </a:prstGeom>
          <a:noFill/>
          <a:ln>
            <a:noFill/>
          </a:ln>
        </p:spPr>
      </p:pic>
      <p:pic>
        <p:nvPicPr>
          <p:cNvPr id="586" name="Google Shape;586;p50"/>
          <p:cNvPicPr preferRelativeResize="0"/>
          <p:nvPr/>
        </p:nvPicPr>
        <p:blipFill rotWithShape="1">
          <a:blip r:embed="rId20">
            <a:alphaModFix/>
          </a:blip>
          <a:srcRect/>
          <a:stretch/>
        </p:blipFill>
        <p:spPr>
          <a:xfrm>
            <a:off x="7970512" y="6406440"/>
            <a:ext cx="1752069" cy="700940"/>
          </a:xfrm>
          <a:prstGeom prst="rect">
            <a:avLst/>
          </a:prstGeom>
          <a:noFill/>
          <a:ln>
            <a:noFill/>
          </a:ln>
        </p:spPr>
      </p:pic>
      <p:pic>
        <p:nvPicPr>
          <p:cNvPr id="587" name="Google Shape;587;p50"/>
          <p:cNvPicPr preferRelativeResize="0"/>
          <p:nvPr/>
        </p:nvPicPr>
        <p:blipFill rotWithShape="1">
          <a:blip r:embed="rId21">
            <a:alphaModFix/>
          </a:blip>
          <a:srcRect/>
          <a:stretch/>
        </p:blipFill>
        <p:spPr>
          <a:xfrm>
            <a:off x="12138667" y="6313453"/>
            <a:ext cx="2175813" cy="644272"/>
          </a:xfrm>
          <a:prstGeom prst="rect">
            <a:avLst/>
          </a:prstGeom>
          <a:noFill/>
          <a:ln>
            <a:noFill/>
          </a:ln>
        </p:spPr>
      </p:pic>
      <p:pic>
        <p:nvPicPr>
          <p:cNvPr id="588" name="Google Shape;588;p50"/>
          <p:cNvPicPr preferRelativeResize="0"/>
          <p:nvPr/>
        </p:nvPicPr>
        <p:blipFill rotWithShape="1">
          <a:blip r:embed="rId22">
            <a:alphaModFix/>
          </a:blip>
          <a:srcRect/>
          <a:stretch/>
        </p:blipFill>
        <p:spPr>
          <a:xfrm>
            <a:off x="1828800" y="3433976"/>
            <a:ext cx="2320150" cy="872272"/>
          </a:xfrm>
          <a:prstGeom prst="rect">
            <a:avLst/>
          </a:prstGeom>
          <a:noFill/>
          <a:ln>
            <a:noFill/>
          </a:ln>
        </p:spPr>
      </p:pic>
      <p:pic>
        <p:nvPicPr>
          <p:cNvPr id="589" name="Google Shape;589;p50"/>
          <p:cNvPicPr preferRelativeResize="0"/>
          <p:nvPr/>
        </p:nvPicPr>
        <p:blipFill rotWithShape="1">
          <a:blip r:embed="rId23">
            <a:alphaModFix/>
          </a:blip>
          <a:srcRect/>
          <a:stretch/>
        </p:blipFill>
        <p:spPr>
          <a:xfrm>
            <a:off x="1924675" y="6194600"/>
            <a:ext cx="1113302" cy="1113302"/>
          </a:xfrm>
          <a:prstGeom prst="rect">
            <a:avLst/>
          </a:prstGeom>
          <a:noFill/>
          <a:ln>
            <a:noFill/>
          </a:ln>
        </p:spPr>
      </p:pic>
      <p:pic>
        <p:nvPicPr>
          <p:cNvPr id="590" name="Google Shape;590;p50"/>
          <p:cNvPicPr preferRelativeResize="0"/>
          <p:nvPr/>
        </p:nvPicPr>
        <p:blipFill rotWithShape="1">
          <a:blip r:embed="rId24">
            <a:alphaModFix/>
          </a:blip>
          <a:srcRect/>
          <a:stretch/>
        </p:blipFill>
        <p:spPr>
          <a:xfrm>
            <a:off x="7585388" y="3441347"/>
            <a:ext cx="1366581" cy="837031"/>
          </a:xfrm>
          <a:prstGeom prst="rect">
            <a:avLst/>
          </a:prstGeom>
          <a:noFill/>
          <a:ln>
            <a:noFill/>
          </a:ln>
        </p:spPr>
      </p:pic>
      <p:pic>
        <p:nvPicPr>
          <p:cNvPr id="591" name="Google Shape;591;p50"/>
          <p:cNvPicPr preferRelativeResize="0"/>
          <p:nvPr/>
        </p:nvPicPr>
        <p:blipFill rotWithShape="1">
          <a:blip r:embed="rId25">
            <a:alphaModFix/>
          </a:blip>
          <a:srcRect t="33691" b="34914"/>
          <a:stretch/>
        </p:blipFill>
        <p:spPr>
          <a:xfrm>
            <a:off x="7770171" y="2157093"/>
            <a:ext cx="2635906" cy="827469"/>
          </a:xfrm>
          <a:prstGeom prst="rect">
            <a:avLst/>
          </a:prstGeom>
          <a:noFill/>
          <a:ln>
            <a:noFill/>
          </a:ln>
        </p:spPr>
      </p:pic>
      <p:pic>
        <p:nvPicPr>
          <p:cNvPr id="592" name="Google Shape;592;p50"/>
          <p:cNvPicPr preferRelativeResize="0"/>
          <p:nvPr/>
        </p:nvPicPr>
        <p:blipFill rotWithShape="1">
          <a:blip r:embed="rId26">
            <a:alphaModFix/>
          </a:blip>
          <a:srcRect/>
          <a:stretch/>
        </p:blipFill>
        <p:spPr>
          <a:xfrm>
            <a:off x="4307908" y="7673725"/>
            <a:ext cx="1057930" cy="844275"/>
          </a:xfrm>
          <a:prstGeom prst="rect">
            <a:avLst/>
          </a:prstGeom>
          <a:noFill/>
          <a:ln>
            <a:noFill/>
          </a:ln>
        </p:spPr>
      </p:pic>
      <p:pic>
        <p:nvPicPr>
          <p:cNvPr id="593" name="Google Shape;593;p50" descr="A close-up of a logo&#10;&#10;AI-generated content may be incorrect."/>
          <p:cNvPicPr preferRelativeResize="0"/>
          <p:nvPr/>
        </p:nvPicPr>
        <p:blipFill rotWithShape="1">
          <a:blip r:embed="rId27">
            <a:alphaModFix/>
          </a:blip>
          <a:srcRect/>
          <a:stretch/>
        </p:blipFill>
        <p:spPr>
          <a:xfrm>
            <a:off x="10859743" y="2158462"/>
            <a:ext cx="2498075" cy="898091"/>
          </a:xfrm>
          <a:prstGeom prst="rect">
            <a:avLst/>
          </a:prstGeom>
          <a:noFill/>
          <a:ln>
            <a:noFill/>
          </a:ln>
        </p:spPr>
      </p:pic>
      <p:pic>
        <p:nvPicPr>
          <p:cNvPr id="594" name="Google Shape;594;p50"/>
          <p:cNvPicPr preferRelativeResize="0"/>
          <p:nvPr/>
        </p:nvPicPr>
        <p:blipFill rotWithShape="1">
          <a:blip r:embed="rId28">
            <a:alphaModFix/>
          </a:blip>
          <a:srcRect l="11375" t="13716" r="10977" b="12805"/>
          <a:stretch/>
        </p:blipFill>
        <p:spPr>
          <a:xfrm>
            <a:off x="10414572" y="7648223"/>
            <a:ext cx="1138749" cy="1073587"/>
          </a:xfrm>
          <a:prstGeom prst="rect">
            <a:avLst/>
          </a:prstGeom>
          <a:noFill/>
          <a:ln>
            <a:noFill/>
          </a:ln>
        </p:spPr>
      </p:pic>
      <p:pic>
        <p:nvPicPr>
          <p:cNvPr id="595" name="Google Shape;595;p50"/>
          <p:cNvPicPr preferRelativeResize="0"/>
          <p:nvPr/>
        </p:nvPicPr>
        <p:blipFill rotWithShape="1">
          <a:blip r:embed="rId29">
            <a:alphaModFix/>
          </a:blip>
          <a:srcRect/>
          <a:stretch/>
        </p:blipFill>
        <p:spPr>
          <a:xfrm>
            <a:off x="5649481" y="6400790"/>
            <a:ext cx="1908112" cy="700941"/>
          </a:xfrm>
          <a:prstGeom prst="rect">
            <a:avLst/>
          </a:prstGeom>
          <a:noFill/>
          <a:ln>
            <a:noFill/>
          </a:ln>
        </p:spPr>
      </p:pic>
      <p:pic>
        <p:nvPicPr>
          <p:cNvPr id="596" name="Google Shape;596;p50"/>
          <p:cNvPicPr preferRelativeResize="0"/>
          <p:nvPr/>
        </p:nvPicPr>
        <p:blipFill rotWithShape="1">
          <a:blip r:embed="rId30">
            <a:alphaModFix/>
          </a:blip>
          <a:srcRect/>
          <a:stretch/>
        </p:blipFill>
        <p:spPr>
          <a:xfrm>
            <a:off x="3584535" y="6409179"/>
            <a:ext cx="1652039" cy="784708"/>
          </a:xfrm>
          <a:prstGeom prst="rect">
            <a:avLst/>
          </a:prstGeom>
          <a:noFill/>
          <a:ln>
            <a:noFill/>
          </a:ln>
        </p:spPr>
      </p:pic>
      <p:pic>
        <p:nvPicPr>
          <p:cNvPr id="597" name="Google Shape;597;p50" descr="A logo of a company&#10;&#10;AI-generated content may be incorrect."/>
          <p:cNvPicPr preferRelativeResize="0"/>
          <p:nvPr/>
        </p:nvPicPr>
        <p:blipFill rotWithShape="1">
          <a:blip r:embed="rId31">
            <a:alphaModFix/>
          </a:blip>
          <a:srcRect l="10992" t="38698" r="11373" b="38128"/>
          <a:stretch/>
        </p:blipFill>
        <p:spPr>
          <a:xfrm>
            <a:off x="13961151" y="2212972"/>
            <a:ext cx="2498058" cy="745682"/>
          </a:xfrm>
          <a:prstGeom prst="rect">
            <a:avLst/>
          </a:prstGeom>
          <a:noFill/>
          <a:ln>
            <a:noFill/>
          </a:ln>
        </p:spPr>
      </p:pic>
      <p:sp>
        <p:nvSpPr>
          <p:cNvPr id="598" name="Google Shape;598;p50"/>
          <p:cNvSpPr txBox="1"/>
          <p:nvPr/>
        </p:nvSpPr>
        <p:spPr>
          <a:xfrm>
            <a:off x="5876025" y="1094550"/>
            <a:ext cx="6536100" cy="554100"/>
          </a:xfrm>
          <a:prstGeom prst="rect">
            <a:avLst/>
          </a:prstGeom>
          <a:solidFill>
            <a:srgbClr val="FFFFFF"/>
          </a:solid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 sz="3600" b="1" i="0" u="none" strike="noStrike" cap="none">
                <a:solidFill>
                  <a:srgbClr val="FA9632"/>
                </a:solidFill>
                <a:latin typeface="Montserrat"/>
                <a:ea typeface="Montserrat"/>
                <a:cs typeface="Montserrat"/>
                <a:sym typeface="Montserrat"/>
              </a:rPr>
              <a:t>Our Prominent Clients</a:t>
            </a:r>
            <a:endParaRPr sz="3600" b="1" i="0" u="none" strike="noStrike" cap="none">
              <a:solidFill>
                <a:srgbClr val="595959"/>
              </a:solidFill>
              <a:latin typeface="Montserrat"/>
              <a:ea typeface="Montserrat"/>
              <a:cs typeface="Montserrat"/>
              <a:sym typeface="Montserrat"/>
            </a:endParaRPr>
          </a:p>
        </p:txBody>
      </p:sp>
      <p:sp>
        <p:nvSpPr>
          <p:cNvPr id="599" name="Google Shape;599;p50"/>
          <p:cNvSpPr txBox="1"/>
          <p:nvPr/>
        </p:nvSpPr>
        <p:spPr>
          <a:xfrm>
            <a:off x="15771300" y="9601200"/>
            <a:ext cx="1602300" cy="3009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CCCCCC"/>
                </a:solidFill>
                <a:latin typeface="Montserrat"/>
                <a:ea typeface="Montserrat"/>
                <a:cs typeface="Montserrat"/>
                <a:sym typeface="Montserrat"/>
              </a:rPr>
              <a:t>11</a:t>
            </a:fld>
            <a:endParaRPr sz="1400" b="0" i="0" u="none" strike="noStrike" cap="none">
              <a:solidFill>
                <a:srgbClr val="CCCCCC"/>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pic>
        <p:nvPicPr>
          <p:cNvPr id="3" name="Picture 2">
            <a:extLst>
              <a:ext uri="{FF2B5EF4-FFF2-40B4-BE49-F238E27FC236}">
                <a16:creationId xmlns:a16="http://schemas.microsoft.com/office/drawing/2014/main" id="{3C5820C4-B58B-3029-A5B1-9092755F0525}"/>
              </a:ext>
            </a:extLst>
          </p:cNvPr>
          <p:cNvPicPr>
            <a:picLocks noChangeAspect="1"/>
          </p:cNvPicPr>
          <p:nvPr/>
        </p:nvPicPr>
        <p:blipFill>
          <a:blip r:embed="rId3"/>
          <a:stretch>
            <a:fillRect/>
          </a:stretch>
        </p:blipFill>
        <p:spPr>
          <a:xfrm>
            <a:off x="0" y="-80683"/>
            <a:ext cx="18288000" cy="10448365"/>
          </a:xfrm>
          <a:prstGeom prst="rect">
            <a:avLst/>
          </a:prstGeom>
        </p:spPr>
      </p:pic>
      <p:sp>
        <p:nvSpPr>
          <p:cNvPr id="596" name="Google Shape;596;g34bff6ca9e2_0_76"/>
          <p:cNvSpPr txBox="1"/>
          <p:nvPr/>
        </p:nvSpPr>
        <p:spPr>
          <a:xfrm>
            <a:off x="969475" y="9220200"/>
            <a:ext cx="3000000" cy="24776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en" sz="1400" b="0" i="0" u="none" strike="noStrike" cap="none">
                <a:solidFill>
                  <a:schemeClr val="tx1">
                    <a:lumMod val="65000"/>
                    <a:lumOff val="35000"/>
                  </a:schemeClr>
                </a:solidFill>
                <a:latin typeface="Montserrat"/>
                <a:ea typeface="Montserrat"/>
                <a:cs typeface="Montserrat"/>
                <a:sym typeface="Montserrat"/>
              </a:rPr>
              <a:t>www. jwc.sa</a:t>
            </a:r>
            <a:endParaRPr sz="1400" b="0" i="0" u="none" strike="noStrike" cap="none">
              <a:solidFill>
                <a:schemeClr val="tx1">
                  <a:lumMod val="65000"/>
                  <a:lumOff val="35000"/>
                </a:schemeClr>
              </a:solidFill>
              <a:latin typeface="Arial"/>
              <a:ea typeface="Arial"/>
              <a:cs typeface="Arial"/>
              <a:sym typeface="Arial"/>
            </a:endParaRPr>
          </a:p>
        </p:txBody>
      </p:sp>
      <p:sp>
        <p:nvSpPr>
          <p:cNvPr id="597" name="Google Shape;597;g34bff6ca9e2_0_76"/>
          <p:cNvSpPr txBox="1"/>
          <p:nvPr/>
        </p:nvSpPr>
        <p:spPr>
          <a:xfrm>
            <a:off x="4716090" y="9220200"/>
            <a:ext cx="3000000" cy="24776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en" sz="1400" b="0" i="0" u="sng" strike="noStrike" cap="none" dirty="0">
                <a:solidFill>
                  <a:schemeClr val="tx1">
                    <a:lumMod val="65000"/>
                    <a:lumOff val="35000"/>
                  </a:schemeClr>
                </a:solid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info@jwc.sa</a:t>
            </a:r>
            <a:endParaRPr sz="1400" b="0" i="0" u="none" strike="noStrike" cap="none" dirty="0">
              <a:solidFill>
                <a:schemeClr val="tx1">
                  <a:lumMod val="65000"/>
                  <a:lumOff val="35000"/>
                </a:schemeClr>
              </a:solidFill>
              <a:latin typeface="Arial"/>
              <a:ea typeface="Arial"/>
              <a:cs typeface="Arial"/>
              <a:sym typeface="Arial"/>
            </a:endParaRPr>
          </a:p>
        </p:txBody>
      </p:sp>
      <p:sp>
        <p:nvSpPr>
          <p:cNvPr id="598" name="Google Shape;598;g34bff6ca9e2_0_76"/>
          <p:cNvSpPr txBox="1"/>
          <p:nvPr/>
        </p:nvSpPr>
        <p:spPr>
          <a:xfrm>
            <a:off x="8462706" y="9220200"/>
            <a:ext cx="6346987" cy="247760"/>
          </a:xfrm>
          <a:prstGeom prst="rect">
            <a:avLst/>
          </a:prstGeom>
          <a:noFill/>
          <a:ln>
            <a:noFill/>
          </a:ln>
        </p:spPr>
        <p:txBody>
          <a:bodyPr spcFirstLastPara="1" wrap="square" lIns="0" tIns="0" rIns="0" bIns="0" anchor="t" anchorCtr="0">
            <a:spAutoFit/>
          </a:bodyPr>
          <a:lstStyle/>
          <a:p>
            <a:pPr marL="0" marR="0" lvl="0" indent="0" algn="l">
              <a:lnSpc>
                <a:spcPct val="115000"/>
              </a:lnSpc>
              <a:spcBef>
                <a:spcPts val="0"/>
              </a:spcBef>
              <a:spcAft>
                <a:spcPts val="0"/>
              </a:spcAft>
              <a:buClr>
                <a:schemeClr val="dk1"/>
              </a:buClr>
              <a:buSzPts val="1400"/>
              <a:buFont typeface="Arial"/>
              <a:buNone/>
            </a:pPr>
            <a:r>
              <a:rPr lang="en-US" sz="1400" b="0" i="0" u="none" strike="noStrike" cap="none" dirty="0">
                <a:solidFill>
                  <a:schemeClr val="tx1">
                    <a:lumMod val="65000"/>
                    <a:lumOff val="35000"/>
                  </a:schemeClr>
                </a:solidFill>
                <a:latin typeface="IBM Plex Sans Arabic"/>
                <a:ea typeface="IBM Plex Sans Arabic"/>
                <a:cs typeface="IBM Plex Sans Arabic"/>
                <a:sym typeface="IBM Plex Sans Arabic"/>
              </a:rPr>
              <a:t>Prince Turki Bin Abdulaziz Al Awal Rd, Al Mathar Ash Shamali, Riyadh 12314</a:t>
            </a:r>
            <a:endParaRPr sz="1400" b="0" i="0" u="none" strike="noStrike" cap="none" dirty="0">
              <a:solidFill>
                <a:schemeClr val="tx1">
                  <a:lumMod val="65000"/>
                  <a:lumOff val="35000"/>
                </a:schemeClr>
              </a:solidFill>
              <a:latin typeface="IBM Plex Sans Arabic"/>
              <a:ea typeface="IBM Plex Sans Arabic"/>
              <a:cs typeface="IBM Plex Sans Arabic"/>
              <a:sym typeface="IBM Plex Sans Arabic"/>
            </a:endParaRPr>
          </a:p>
        </p:txBody>
      </p:sp>
      <p:sp>
        <p:nvSpPr>
          <p:cNvPr id="599" name="Google Shape;599;g34bff6ca9e2_0_76"/>
          <p:cNvSpPr txBox="1"/>
          <p:nvPr/>
        </p:nvSpPr>
        <p:spPr>
          <a:xfrm>
            <a:off x="14332175" y="9220200"/>
            <a:ext cx="3000000" cy="247760"/>
          </a:xfrm>
          <a:prstGeom prst="rect">
            <a:avLst/>
          </a:prstGeom>
          <a:noFill/>
          <a:ln>
            <a:noFill/>
          </a:ln>
        </p:spPr>
        <p:txBody>
          <a:bodyPr spcFirstLastPara="1" wrap="square" lIns="0" tIns="0" rIns="0" bIns="0" anchor="t" anchorCtr="0">
            <a:spAutoFit/>
          </a:bodyPr>
          <a:lstStyle/>
          <a:p>
            <a:pPr marL="0" marR="0" lvl="0" indent="0" algn="r" rtl="0">
              <a:lnSpc>
                <a:spcPct val="115000"/>
              </a:lnSpc>
              <a:spcBef>
                <a:spcPts val="0"/>
              </a:spcBef>
              <a:spcAft>
                <a:spcPts val="0"/>
              </a:spcAft>
              <a:buClr>
                <a:srgbClr val="000000"/>
              </a:buClr>
              <a:buSzPts val="1400"/>
              <a:buFont typeface="Arial"/>
              <a:buNone/>
            </a:pPr>
            <a:r>
              <a:rPr lang="en" sz="1400" b="0" i="0" u="none" strike="noStrike" cap="none">
                <a:solidFill>
                  <a:schemeClr val="tx1">
                    <a:lumMod val="65000"/>
                    <a:lumOff val="35000"/>
                  </a:schemeClr>
                </a:solidFill>
                <a:latin typeface="Montserrat"/>
                <a:ea typeface="Montserrat"/>
                <a:cs typeface="Montserrat"/>
                <a:sym typeface="Montserrat"/>
              </a:rPr>
              <a:t>+966 506 123 777</a:t>
            </a:r>
            <a:endParaRPr sz="1400" b="0" i="0" u="none" strike="noStrike" cap="none">
              <a:solidFill>
                <a:schemeClr val="tx1">
                  <a:lumMod val="65000"/>
                  <a:lumOff val="35000"/>
                </a:schemeClr>
              </a:solidFill>
              <a:latin typeface="Arial"/>
              <a:ea typeface="Arial"/>
              <a:cs typeface="Arial"/>
              <a:sym typeface="Arial"/>
            </a:endParaRPr>
          </a:p>
        </p:txBody>
      </p:sp>
      <p:pic>
        <p:nvPicPr>
          <p:cNvPr id="600" name="Google Shape;600;g34bff6ca9e2_0_76"/>
          <p:cNvPicPr preferRelativeResize="0"/>
          <p:nvPr/>
        </p:nvPicPr>
        <p:blipFill rotWithShape="1">
          <a:blip r:embed="rId5">
            <a:alphaModFix/>
          </a:blip>
          <a:srcRect/>
          <a:stretch/>
        </p:blipFill>
        <p:spPr>
          <a:xfrm>
            <a:off x="5345200" y="2594800"/>
            <a:ext cx="7597599" cy="3976849"/>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TotalTime>
  <Words>766</Words>
  <Application>Microsoft Macintosh PowerPoint</Application>
  <PresentationFormat>Custom</PresentationFormat>
  <Paragraphs>88</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Montserrat</vt:lpstr>
      <vt:lpstr>Quattrocento Sans</vt:lpstr>
      <vt:lpstr>Montserrat Medium</vt:lpstr>
      <vt:lpstr>Arial</vt:lpstr>
      <vt:lpstr>IBM Plex Sans Arabic</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QAIS BAJAEIFIER</dc:creator>
  <cp:lastModifiedBy>Jafar Alwardi</cp:lastModifiedBy>
  <cp:revision>3</cp:revision>
  <dcterms:modified xsi:type="dcterms:W3CDTF">2025-05-21T11:22:08Z</dcterms:modified>
</cp:coreProperties>
</file>